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1" r:id="rId4"/>
    <p:sldMasterId id="2147483824" r:id="rId5"/>
    <p:sldMasterId id="2147483837" r:id="rId6"/>
  </p:sldMasterIdLst>
  <p:notesMasterIdLst>
    <p:notesMasterId r:id="rId28"/>
  </p:notesMasterIdLst>
  <p:handoutMasterIdLst>
    <p:handoutMasterId r:id="rId29"/>
  </p:handoutMasterIdLst>
  <p:sldIdLst>
    <p:sldId id="276" r:id="rId7"/>
    <p:sldId id="302" r:id="rId8"/>
    <p:sldId id="257" r:id="rId9"/>
    <p:sldId id="256" r:id="rId10"/>
    <p:sldId id="281" r:id="rId11"/>
    <p:sldId id="299" r:id="rId12"/>
    <p:sldId id="283" r:id="rId13"/>
    <p:sldId id="300" r:id="rId14"/>
    <p:sldId id="295" r:id="rId15"/>
    <p:sldId id="303" r:id="rId16"/>
    <p:sldId id="305" r:id="rId17"/>
    <p:sldId id="304" r:id="rId18"/>
    <p:sldId id="306" r:id="rId19"/>
    <p:sldId id="307" r:id="rId20"/>
    <p:sldId id="312" r:id="rId21"/>
    <p:sldId id="309" r:id="rId22"/>
    <p:sldId id="308" r:id="rId23"/>
    <p:sldId id="310" r:id="rId24"/>
    <p:sldId id="311" r:id="rId25"/>
    <p:sldId id="301" r:id="rId26"/>
    <p:sldId id="29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2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D0F851-EC5A-4D38-B0AD-8093EC10F338}">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6327" autoAdjust="0"/>
  </p:normalViewPr>
  <p:slideViewPr>
    <p:cSldViewPr snapToGrid="0">
      <p:cViewPr varScale="1">
        <p:scale>
          <a:sx n="78" d="100"/>
          <a:sy n="78" d="100"/>
        </p:scale>
        <p:origin x="878" y="72"/>
      </p:cViewPr>
      <p:guideLst>
        <p:guide orient="horz" pos="2928"/>
        <p:guide pos="3840"/>
      </p:guideLst>
    </p:cSldViewPr>
  </p:slideViewPr>
  <p:outlineViewPr>
    <p:cViewPr>
      <p:scale>
        <a:sx n="33" d="100"/>
        <a:sy n="33" d="100"/>
      </p:scale>
      <p:origin x="0" y="-5184"/>
    </p:cViewPr>
  </p:outlineViewPr>
  <p:notesTextViewPr>
    <p:cViewPr>
      <p:scale>
        <a:sx n="1" d="1"/>
        <a:sy n="1" d="1"/>
      </p:scale>
      <p:origin x="0" y="0"/>
    </p:cViewPr>
  </p:notesTextViewPr>
  <p:sorterViewPr>
    <p:cViewPr>
      <p:scale>
        <a:sx n="100" d="100"/>
        <a:sy n="100" d="100"/>
      </p:scale>
      <p:origin x="0" y="-2784"/>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8"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9ACF080-6F04-4E42-8A47-F6870A42512E}" type="doc">
      <dgm:prSet loTypeId="urn:microsoft.com/office/officeart/2005/8/layout/matrix2" loCatId="matrix" qsTypeId="urn:microsoft.com/office/officeart/2005/8/quickstyle/simple1" qsCatId="simple" csTypeId="urn:microsoft.com/office/officeart/2005/8/colors/accent1_2" csCatId="accent1"/>
      <dgm:spPr/>
      <dgm:t>
        <a:bodyPr/>
        <a:lstStyle/>
        <a:p>
          <a:endParaRPr lang="en-US"/>
        </a:p>
      </dgm:t>
    </dgm:pt>
    <dgm:pt modelId="{C1A46D3F-C337-4174-9D3F-E42E849AB5A6}">
      <dgm:prSet/>
      <dgm:spPr/>
      <dgm:t>
        <a:bodyPr/>
        <a:lstStyle/>
        <a:p>
          <a:r>
            <a:rPr lang="en-US" b="1"/>
            <a:t>Smart Matching Algorithm:</a:t>
          </a:r>
          <a:r>
            <a:rPr lang="en-US"/>
            <a:t> Instead of manual scrolling, the system suggests the top 10 candidates based on physical traits, skills, and past experience.</a:t>
          </a:r>
        </a:p>
      </dgm:t>
    </dgm:pt>
    <dgm:pt modelId="{3FBE0E29-CC3E-4961-9450-B14E46AC8981}" type="parTrans" cxnId="{7F43604A-2A20-4101-ABE1-67F382D98E19}">
      <dgm:prSet/>
      <dgm:spPr/>
      <dgm:t>
        <a:bodyPr/>
        <a:lstStyle/>
        <a:p>
          <a:endParaRPr lang="en-US"/>
        </a:p>
      </dgm:t>
    </dgm:pt>
    <dgm:pt modelId="{AE792CBF-2309-4E25-9756-82093BC517E4}" type="sibTrans" cxnId="{7F43604A-2A20-4101-ABE1-67F382D98E19}">
      <dgm:prSet/>
      <dgm:spPr/>
      <dgm:t>
        <a:bodyPr/>
        <a:lstStyle/>
        <a:p>
          <a:endParaRPr lang="en-US"/>
        </a:p>
      </dgm:t>
    </dgm:pt>
    <dgm:pt modelId="{A58F57D7-5835-48BB-B0FA-3FF7AE0D0016}">
      <dgm:prSet/>
      <dgm:spPr/>
      <dgm:t>
        <a:bodyPr/>
        <a:lstStyle/>
        <a:p>
          <a:r>
            <a:rPr lang="en-US" b="1"/>
            <a:t>AI Video/Voice Analysis:</a:t>
          </a:r>
          <a:r>
            <a:rPr lang="en-US"/>
            <a:t> * Analyzing vocal tone (e.g., deep, energetic, husky) for voice-over roles.</a:t>
          </a:r>
        </a:p>
      </dgm:t>
    </dgm:pt>
    <dgm:pt modelId="{2BE2E786-0898-4AC6-BC58-03F213B0528F}" type="parTrans" cxnId="{B794EFF1-5A89-47E4-81C0-B23BF2B38847}">
      <dgm:prSet/>
      <dgm:spPr/>
      <dgm:t>
        <a:bodyPr/>
        <a:lstStyle/>
        <a:p>
          <a:endParaRPr lang="en-US"/>
        </a:p>
      </dgm:t>
    </dgm:pt>
    <dgm:pt modelId="{54785643-D603-41DF-ABF4-720C965812AB}" type="sibTrans" cxnId="{B794EFF1-5A89-47E4-81C0-B23BF2B38847}">
      <dgm:prSet/>
      <dgm:spPr/>
      <dgm:t>
        <a:bodyPr/>
        <a:lstStyle/>
        <a:p>
          <a:endParaRPr lang="en-US"/>
        </a:p>
      </dgm:t>
    </dgm:pt>
    <dgm:pt modelId="{DFBC5038-DEC3-4C97-84CE-EC97DC7F4626}">
      <dgm:prSet/>
      <dgm:spPr/>
      <dgm:t>
        <a:bodyPr/>
        <a:lstStyle/>
        <a:p>
          <a:r>
            <a:rPr lang="en-US"/>
            <a:t>Detecting facial expressions and "emotional range" in uploaded audition clips.</a:t>
          </a:r>
        </a:p>
      </dgm:t>
    </dgm:pt>
    <dgm:pt modelId="{C3CBFA5E-DB37-4A61-A5D9-32754DDE219D}" type="parTrans" cxnId="{A51550C9-8389-4C4B-8499-8241385DDB7D}">
      <dgm:prSet/>
      <dgm:spPr/>
      <dgm:t>
        <a:bodyPr/>
        <a:lstStyle/>
        <a:p>
          <a:endParaRPr lang="en-US"/>
        </a:p>
      </dgm:t>
    </dgm:pt>
    <dgm:pt modelId="{A061D570-B180-4E9A-AC07-EFA53D86FFBF}" type="sibTrans" cxnId="{A51550C9-8389-4C4B-8499-8241385DDB7D}">
      <dgm:prSet/>
      <dgm:spPr/>
      <dgm:t>
        <a:bodyPr/>
        <a:lstStyle/>
        <a:p>
          <a:endParaRPr lang="en-US"/>
        </a:p>
      </dgm:t>
    </dgm:pt>
    <dgm:pt modelId="{F8D2684A-3926-4F41-92BC-180170A02155}">
      <dgm:prSet/>
      <dgm:spPr/>
      <dgm:t>
        <a:bodyPr/>
        <a:lstStyle/>
        <a:p>
          <a:r>
            <a:rPr lang="en-US" b="1"/>
            <a:t>Automated Scheduling:</a:t>
          </a:r>
          <a:r>
            <a:rPr lang="en-US"/>
            <a:t> A digital "waiting room" to manage physical auditions and eliminate crowding.</a:t>
          </a:r>
        </a:p>
      </dgm:t>
    </dgm:pt>
    <dgm:pt modelId="{58081192-1772-46C4-8040-6D661843D707}" type="parTrans" cxnId="{7BC86258-45A4-42F6-858A-3973064404B0}">
      <dgm:prSet/>
      <dgm:spPr/>
      <dgm:t>
        <a:bodyPr/>
        <a:lstStyle/>
        <a:p>
          <a:endParaRPr lang="en-US"/>
        </a:p>
      </dgm:t>
    </dgm:pt>
    <dgm:pt modelId="{FDC9A3BE-89C1-4BDC-9555-804750E0CD7F}" type="sibTrans" cxnId="{7BC86258-45A4-42F6-858A-3973064404B0}">
      <dgm:prSet/>
      <dgm:spPr/>
      <dgm:t>
        <a:bodyPr/>
        <a:lstStyle/>
        <a:p>
          <a:endParaRPr lang="en-US"/>
        </a:p>
      </dgm:t>
    </dgm:pt>
    <dgm:pt modelId="{B193F79F-22D8-491D-B276-B195087A717D}">
      <dgm:prSet/>
      <dgm:spPr/>
      <dgm:t>
        <a:bodyPr/>
        <a:lstStyle/>
        <a:p>
          <a:r>
            <a:rPr lang="en-US" b="1"/>
            <a:t>Reliability Rating:</a:t>
          </a:r>
          <a:r>
            <a:rPr lang="en-US"/>
            <a:t> A reputation score for talent based on their punctuality and professionalism on set (feedback from previous directors).</a:t>
          </a:r>
        </a:p>
      </dgm:t>
    </dgm:pt>
    <dgm:pt modelId="{DEAAC8DC-51DB-43F5-8E6C-F48B59147390}" type="parTrans" cxnId="{BB2E34F6-DC22-404A-8210-CDAFF1894C98}">
      <dgm:prSet/>
      <dgm:spPr/>
      <dgm:t>
        <a:bodyPr/>
        <a:lstStyle/>
        <a:p>
          <a:endParaRPr lang="en-US"/>
        </a:p>
      </dgm:t>
    </dgm:pt>
    <dgm:pt modelId="{DA99AB04-D3AA-499C-8F92-EE3BA1BF4A13}" type="sibTrans" cxnId="{BB2E34F6-DC22-404A-8210-CDAFF1894C98}">
      <dgm:prSet/>
      <dgm:spPr/>
      <dgm:t>
        <a:bodyPr/>
        <a:lstStyle/>
        <a:p>
          <a:endParaRPr lang="en-US"/>
        </a:p>
      </dgm:t>
    </dgm:pt>
    <dgm:pt modelId="{9DC3C76E-CF4E-4803-A1F6-6E1ACEF854B0}" type="pres">
      <dgm:prSet presAssocID="{89ACF080-6F04-4E42-8A47-F6870A42512E}" presName="matrix" presStyleCnt="0">
        <dgm:presLayoutVars>
          <dgm:chMax val="1"/>
          <dgm:dir/>
          <dgm:resizeHandles val="exact"/>
        </dgm:presLayoutVars>
      </dgm:prSet>
      <dgm:spPr/>
    </dgm:pt>
    <dgm:pt modelId="{FBD7A52C-9D22-4B9F-95C5-9BE419451340}" type="pres">
      <dgm:prSet presAssocID="{89ACF080-6F04-4E42-8A47-F6870A42512E}" presName="axisShape" presStyleLbl="bgShp" presStyleIdx="0" presStyleCnt="1"/>
      <dgm:spPr/>
    </dgm:pt>
    <dgm:pt modelId="{EA61D284-CCBC-440D-94B9-9F7902C3331C}" type="pres">
      <dgm:prSet presAssocID="{89ACF080-6F04-4E42-8A47-F6870A42512E}" presName="rect1" presStyleLbl="node1" presStyleIdx="0" presStyleCnt="4">
        <dgm:presLayoutVars>
          <dgm:chMax val="0"/>
          <dgm:chPref val="0"/>
          <dgm:bulletEnabled val="1"/>
        </dgm:presLayoutVars>
      </dgm:prSet>
      <dgm:spPr/>
    </dgm:pt>
    <dgm:pt modelId="{B051C600-7A38-4514-82CB-5624142905FC}" type="pres">
      <dgm:prSet presAssocID="{89ACF080-6F04-4E42-8A47-F6870A42512E}" presName="rect2" presStyleLbl="node1" presStyleIdx="1" presStyleCnt="4">
        <dgm:presLayoutVars>
          <dgm:chMax val="0"/>
          <dgm:chPref val="0"/>
          <dgm:bulletEnabled val="1"/>
        </dgm:presLayoutVars>
      </dgm:prSet>
      <dgm:spPr/>
    </dgm:pt>
    <dgm:pt modelId="{1905612B-1991-4B06-9C4F-AA2D8EC6FE62}" type="pres">
      <dgm:prSet presAssocID="{89ACF080-6F04-4E42-8A47-F6870A42512E}" presName="rect3" presStyleLbl="node1" presStyleIdx="2" presStyleCnt="4">
        <dgm:presLayoutVars>
          <dgm:chMax val="0"/>
          <dgm:chPref val="0"/>
          <dgm:bulletEnabled val="1"/>
        </dgm:presLayoutVars>
      </dgm:prSet>
      <dgm:spPr/>
    </dgm:pt>
    <dgm:pt modelId="{9727A836-7D21-4BF1-9F83-75C3E4E663AD}" type="pres">
      <dgm:prSet presAssocID="{89ACF080-6F04-4E42-8A47-F6870A42512E}" presName="rect4" presStyleLbl="node1" presStyleIdx="3" presStyleCnt="4">
        <dgm:presLayoutVars>
          <dgm:chMax val="0"/>
          <dgm:chPref val="0"/>
          <dgm:bulletEnabled val="1"/>
        </dgm:presLayoutVars>
      </dgm:prSet>
      <dgm:spPr/>
    </dgm:pt>
  </dgm:ptLst>
  <dgm:cxnLst>
    <dgm:cxn modelId="{4B190C06-2B11-4CFC-BE8F-EC1AE8243F34}" type="presOf" srcId="{C1A46D3F-C337-4174-9D3F-E42E849AB5A6}" destId="{EA61D284-CCBC-440D-94B9-9F7902C3331C}" srcOrd="0" destOrd="0" presId="urn:microsoft.com/office/officeart/2005/8/layout/matrix2"/>
    <dgm:cxn modelId="{236D0310-C141-475B-ABD1-122BF67B5A65}" type="presOf" srcId="{F8D2684A-3926-4F41-92BC-180170A02155}" destId="{1905612B-1991-4B06-9C4F-AA2D8EC6FE62}" srcOrd="0" destOrd="0" presId="urn:microsoft.com/office/officeart/2005/8/layout/matrix2"/>
    <dgm:cxn modelId="{7F43604A-2A20-4101-ABE1-67F382D98E19}" srcId="{89ACF080-6F04-4E42-8A47-F6870A42512E}" destId="{C1A46D3F-C337-4174-9D3F-E42E849AB5A6}" srcOrd="0" destOrd="0" parTransId="{3FBE0E29-CC3E-4961-9450-B14E46AC8981}" sibTransId="{AE792CBF-2309-4E25-9756-82093BC517E4}"/>
    <dgm:cxn modelId="{7BC86258-45A4-42F6-858A-3973064404B0}" srcId="{89ACF080-6F04-4E42-8A47-F6870A42512E}" destId="{F8D2684A-3926-4F41-92BC-180170A02155}" srcOrd="2" destOrd="0" parTransId="{58081192-1772-46C4-8040-6D661843D707}" sibTransId="{FDC9A3BE-89C1-4BDC-9555-804750E0CD7F}"/>
    <dgm:cxn modelId="{2C343C8C-23C2-4E70-8AC6-E0CDFA0239D0}" type="presOf" srcId="{DFBC5038-DEC3-4C97-84CE-EC97DC7F4626}" destId="{B051C600-7A38-4514-82CB-5624142905FC}" srcOrd="0" destOrd="1" presId="urn:microsoft.com/office/officeart/2005/8/layout/matrix2"/>
    <dgm:cxn modelId="{44DD7193-65B7-4FE9-ABD0-1A1A911BBEDB}" type="presOf" srcId="{A58F57D7-5835-48BB-B0FA-3FF7AE0D0016}" destId="{B051C600-7A38-4514-82CB-5624142905FC}" srcOrd="0" destOrd="0" presId="urn:microsoft.com/office/officeart/2005/8/layout/matrix2"/>
    <dgm:cxn modelId="{2B3A52B7-DFE9-4E48-AF60-185B69F03028}" type="presOf" srcId="{B193F79F-22D8-491D-B276-B195087A717D}" destId="{9727A836-7D21-4BF1-9F83-75C3E4E663AD}" srcOrd="0" destOrd="0" presId="urn:microsoft.com/office/officeart/2005/8/layout/matrix2"/>
    <dgm:cxn modelId="{0783C8BB-74C5-434B-B2C6-50B4231EEC4E}" type="presOf" srcId="{89ACF080-6F04-4E42-8A47-F6870A42512E}" destId="{9DC3C76E-CF4E-4803-A1F6-6E1ACEF854B0}" srcOrd="0" destOrd="0" presId="urn:microsoft.com/office/officeart/2005/8/layout/matrix2"/>
    <dgm:cxn modelId="{A51550C9-8389-4C4B-8499-8241385DDB7D}" srcId="{A58F57D7-5835-48BB-B0FA-3FF7AE0D0016}" destId="{DFBC5038-DEC3-4C97-84CE-EC97DC7F4626}" srcOrd="0" destOrd="0" parTransId="{C3CBFA5E-DB37-4A61-A5D9-32754DDE219D}" sibTransId="{A061D570-B180-4E9A-AC07-EFA53D86FFBF}"/>
    <dgm:cxn modelId="{B794EFF1-5A89-47E4-81C0-B23BF2B38847}" srcId="{89ACF080-6F04-4E42-8A47-F6870A42512E}" destId="{A58F57D7-5835-48BB-B0FA-3FF7AE0D0016}" srcOrd="1" destOrd="0" parTransId="{2BE2E786-0898-4AC6-BC58-03F213B0528F}" sibTransId="{54785643-D603-41DF-ABF4-720C965812AB}"/>
    <dgm:cxn modelId="{BB2E34F6-DC22-404A-8210-CDAFF1894C98}" srcId="{89ACF080-6F04-4E42-8A47-F6870A42512E}" destId="{B193F79F-22D8-491D-B276-B195087A717D}" srcOrd="3" destOrd="0" parTransId="{DEAAC8DC-51DB-43F5-8E6C-F48B59147390}" sibTransId="{DA99AB04-D3AA-499C-8F92-EE3BA1BF4A13}"/>
    <dgm:cxn modelId="{319EB658-9BBF-499F-BF68-BEB196A8A83A}" type="presParOf" srcId="{9DC3C76E-CF4E-4803-A1F6-6E1ACEF854B0}" destId="{FBD7A52C-9D22-4B9F-95C5-9BE419451340}" srcOrd="0" destOrd="0" presId="urn:microsoft.com/office/officeart/2005/8/layout/matrix2"/>
    <dgm:cxn modelId="{8FB84A55-30FD-4FD0-94E5-F40E05F29CD0}" type="presParOf" srcId="{9DC3C76E-CF4E-4803-A1F6-6E1ACEF854B0}" destId="{EA61D284-CCBC-440D-94B9-9F7902C3331C}" srcOrd="1" destOrd="0" presId="urn:microsoft.com/office/officeart/2005/8/layout/matrix2"/>
    <dgm:cxn modelId="{DAB54C9C-56FF-43DD-9141-A7A96EC8F31A}" type="presParOf" srcId="{9DC3C76E-CF4E-4803-A1F6-6E1ACEF854B0}" destId="{B051C600-7A38-4514-82CB-5624142905FC}" srcOrd="2" destOrd="0" presId="urn:microsoft.com/office/officeart/2005/8/layout/matrix2"/>
    <dgm:cxn modelId="{BBB35F2A-B327-45F8-83E2-593677495114}" type="presParOf" srcId="{9DC3C76E-CF4E-4803-A1F6-6E1ACEF854B0}" destId="{1905612B-1991-4B06-9C4F-AA2D8EC6FE62}" srcOrd="3" destOrd="0" presId="urn:microsoft.com/office/officeart/2005/8/layout/matrix2"/>
    <dgm:cxn modelId="{BBEAD2D4-D2A0-45DB-A4C0-F73A3C3E622D}" type="presParOf" srcId="{9DC3C76E-CF4E-4803-A1F6-6E1ACEF854B0}" destId="{9727A836-7D21-4BF1-9F83-75C3E4E663AD}"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9D30F8-8D8B-477B-A819-BF02A60C16A7}" type="doc">
      <dgm:prSet loTypeId="urn:microsoft.com/office/officeart/2018/2/layout/IconVerticalSolidList" loCatId="icon" qsTypeId="urn:microsoft.com/office/officeart/2005/8/quickstyle/simple1" qsCatId="simple" csTypeId="urn:microsoft.com/office/officeart/2018/5/colors/Iconchunking_neutralicontext_accent0_3" csCatId="mainScheme" phldr="1"/>
      <dgm:spPr/>
      <dgm:t>
        <a:bodyPr/>
        <a:lstStyle/>
        <a:p>
          <a:endParaRPr lang="en-US"/>
        </a:p>
      </dgm:t>
    </dgm:pt>
    <dgm:pt modelId="{62482E9B-5674-45ED-A014-FD3D511DD616}">
      <dgm:prSet/>
      <dgm:spPr/>
      <dgm:t>
        <a:bodyPr/>
        <a:lstStyle/>
        <a:p>
          <a:pPr>
            <a:lnSpc>
              <a:spcPct val="100000"/>
            </a:lnSpc>
          </a:pPr>
          <a:r>
            <a:rPr lang="en-US" b="1"/>
            <a:t>Actors' Guilds &amp; Unions:</a:t>
          </a:r>
          <a:r>
            <a:rPr lang="en-US"/>
            <a:t> To ensure legitimacy and protect talent rights.</a:t>
          </a:r>
        </a:p>
      </dgm:t>
    </dgm:pt>
    <dgm:pt modelId="{518C117C-ABD4-4FF7-A1CA-ABAB08EF7BE8}" type="parTrans" cxnId="{72D93B56-C6E2-4C8A-834D-4FC158A4BC07}">
      <dgm:prSet/>
      <dgm:spPr/>
      <dgm:t>
        <a:bodyPr/>
        <a:lstStyle/>
        <a:p>
          <a:endParaRPr lang="en-US"/>
        </a:p>
      </dgm:t>
    </dgm:pt>
    <dgm:pt modelId="{F89B3138-B2B9-400E-A8C7-FC5374D2E3C5}" type="sibTrans" cxnId="{72D93B56-C6E2-4C8A-834D-4FC158A4BC07}">
      <dgm:prSet/>
      <dgm:spPr/>
      <dgm:t>
        <a:bodyPr/>
        <a:lstStyle/>
        <a:p>
          <a:endParaRPr lang="en-US"/>
        </a:p>
      </dgm:t>
    </dgm:pt>
    <dgm:pt modelId="{51CB27DC-5096-4D92-8277-3ADB03347B01}">
      <dgm:prSet/>
      <dgm:spPr/>
      <dgm:t>
        <a:bodyPr/>
        <a:lstStyle/>
        <a:p>
          <a:pPr>
            <a:lnSpc>
              <a:spcPct val="100000"/>
            </a:lnSpc>
          </a:pPr>
          <a:r>
            <a:rPr lang="en-US" b="1"/>
            <a:t>Talent Agencies:</a:t>
          </a:r>
          <a:r>
            <a:rPr lang="en-US"/>
            <a:t> Providing them with a "Dashboard" to manage their entire roster efficiently.</a:t>
          </a:r>
        </a:p>
      </dgm:t>
    </dgm:pt>
    <dgm:pt modelId="{56E5B6E1-637E-4CCA-BB43-F519E14ABD9F}" type="parTrans" cxnId="{229A8824-ADF1-463B-9656-A7665D37A9D0}">
      <dgm:prSet/>
      <dgm:spPr/>
      <dgm:t>
        <a:bodyPr/>
        <a:lstStyle/>
        <a:p>
          <a:endParaRPr lang="en-US"/>
        </a:p>
      </dgm:t>
    </dgm:pt>
    <dgm:pt modelId="{D8ECF10A-AFB0-4F2D-91CE-198C057701E3}" type="sibTrans" cxnId="{229A8824-ADF1-463B-9656-A7665D37A9D0}">
      <dgm:prSet/>
      <dgm:spPr/>
      <dgm:t>
        <a:bodyPr/>
        <a:lstStyle/>
        <a:p>
          <a:endParaRPr lang="en-US"/>
        </a:p>
      </dgm:t>
    </dgm:pt>
    <dgm:pt modelId="{95F5A4E7-46DD-4557-ACA8-41A70A7E4495}">
      <dgm:prSet/>
      <dgm:spPr/>
      <dgm:t>
        <a:bodyPr/>
        <a:lstStyle/>
        <a:p>
          <a:pPr>
            <a:lnSpc>
              <a:spcPct val="100000"/>
            </a:lnSpc>
          </a:pPr>
          <a:r>
            <a:rPr lang="en-US" b="1"/>
            <a:t>Film Schools:</a:t>
          </a:r>
          <a:r>
            <a:rPr lang="en-US"/>
            <a:t> To capture "fresh blood" and upcoming talent early on.</a:t>
          </a:r>
        </a:p>
      </dgm:t>
    </dgm:pt>
    <dgm:pt modelId="{3B82D0E3-E56B-4441-A8D5-D12399570B4D}" type="parTrans" cxnId="{FA64C655-6170-4E64-9408-1DB168D785E2}">
      <dgm:prSet/>
      <dgm:spPr/>
      <dgm:t>
        <a:bodyPr/>
        <a:lstStyle/>
        <a:p>
          <a:endParaRPr lang="en-US"/>
        </a:p>
      </dgm:t>
    </dgm:pt>
    <dgm:pt modelId="{C5A86F46-1F18-4F35-BFB5-FF85A6EF5A80}" type="sibTrans" cxnId="{FA64C655-6170-4E64-9408-1DB168D785E2}">
      <dgm:prSet/>
      <dgm:spPr/>
      <dgm:t>
        <a:bodyPr/>
        <a:lstStyle/>
        <a:p>
          <a:endParaRPr lang="en-US"/>
        </a:p>
      </dgm:t>
    </dgm:pt>
    <dgm:pt modelId="{AE166023-2331-4B8E-80B1-BAA143811365}" type="pres">
      <dgm:prSet presAssocID="{C09D30F8-8D8B-477B-A819-BF02A60C16A7}" presName="root" presStyleCnt="0">
        <dgm:presLayoutVars>
          <dgm:dir/>
          <dgm:resizeHandles val="exact"/>
        </dgm:presLayoutVars>
      </dgm:prSet>
      <dgm:spPr/>
    </dgm:pt>
    <dgm:pt modelId="{E2D5E7A7-6D2C-42D7-B7C1-35D7988C55C6}" type="pres">
      <dgm:prSet presAssocID="{62482E9B-5674-45ED-A014-FD3D511DD616}" presName="compNode" presStyleCnt="0"/>
      <dgm:spPr/>
    </dgm:pt>
    <dgm:pt modelId="{C4571550-99DD-4C6C-8C4E-136690A902FD}" type="pres">
      <dgm:prSet presAssocID="{62482E9B-5674-45ED-A014-FD3D511DD616}" presName="bgRect" presStyleLbl="bgShp" presStyleIdx="0" presStyleCnt="3"/>
      <dgm:spPr/>
    </dgm:pt>
    <dgm:pt modelId="{EF039D40-DC60-4618-AE95-73F16FCFEFBD}" type="pres">
      <dgm:prSet presAssocID="{62482E9B-5674-45ED-A014-FD3D511DD61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2342487F-FBD8-42EB-B314-F4ED2BF7175F}" type="pres">
      <dgm:prSet presAssocID="{62482E9B-5674-45ED-A014-FD3D511DD616}" presName="spaceRect" presStyleCnt="0"/>
      <dgm:spPr/>
    </dgm:pt>
    <dgm:pt modelId="{09CB995C-6914-430D-A4F2-E6F8C5C25166}" type="pres">
      <dgm:prSet presAssocID="{62482E9B-5674-45ED-A014-FD3D511DD616}" presName="parTx" presStyleLbl="revTx" presStyleIdx="0" presStyleCnt="3">
        <dgm:presLayoutVars>
          <dgm:chMax val="0"/>
          <dgm:chPref val="0"/>
        </dgm:presLayoutVars>
      </dgm:prSet>
      <dgm:spPr/>
    </dgm:pt>
    <dgm:pt modelId="{5B446B1F-B621-4FEF-927D-2DABBAB8C6EB}" type="pres">
      <dgm:prSet presAssocID="{F89B3138-B2B9-400E-A8C7-FC5374D2E3C5}" presName="sibTrans" presStyleCnt="0"/>
      <dgm:spPr/>
    </dgm:pt>
    <dgm:pt modelId="{AD0DEF29-4032-49E9-BA87-5BD0E0572DB1}" type="pres">
      <dgm:prSet presAssocID="{51CB27DC-5096-4D92-8277-3ADB03347B01}" presName="compNode" presStyleCnt="0"/>
      <dgm:spPr/>
    </dgm:pt>
    <dgm:pt modelId="{0AB1EA72-E577-4B15-91D2-912ED06CAD7B}" type="pres">
      <dgm:prSet presAssocID="{51CB27DC-5096-4D92-8277-3ADB03347B01}" presName="bgRect" presStyleLbl="bgShp" presStyleIdx="1" presStyleCnt="3"/>
      <dgm:spPr/>
    </dgm:pt>
    <dgm:pt modelId="{57D1916C-9E85-47CF-8370-4ECA7A40534D}" type="pres">
      <dgm:prSet presAssocID="{51CB27DC-5096-4D92-8277-3ADB03347B0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F97A0BE4-8271-4A19-BCF2-7F522FD16FD1}" type="pres">
      <dgm:prSet presAssocID="{51CB27DC-5096-4D92-8277-3ADB03347B01}" presName="spaceRect" presStyleCnt="0"/>
      <dgm:spPr/>
    </dgm:pt>
    <dgm:pt modelId="{9ADB00A0-3AF2-4905-A12B-E1BCEFE1A096}" type="pres">
      <dgm:prSet presAssocID="{51CB27DC-5096-4D92-8277-3ADB03347B01}" presName="parTx" presStyleLbl="revTx" presStyleIdx="1" presStyleCnt="3">
        <dgm:presLayoutVars>
          <dgm:chMax val="0"/>
          <dgm:chPref val="0"/>
        </dgm:presLayoutVars>
      </dgm:prSet>
      <dgm:spPr/>
    </dgm:pt>
    <dgm:pt modelId="{CD2D0E18-B2A3-4E1C-B288-E7DAA52EE728}" type="pres">
      <dgm:prSet presAssocID="{D8ECF10A-AFB0-4F2D-91CE-198C057701E3}" presName="sibTrans" presStyleCnt="0"/>
      <dgm:spPr/>
    </dgm:pt>
    <dgm:pt modelId="{0C88909C-51E8-42DE-A622-1D3446C95D44}" type="pres">
      <dgm:prSet presAssocID="{95F5A4E7-46DD-4557-ACA8-41A70A7E4495}" presName="compNode" presStyleCnt="0"/>
      <dgm:spPr/>
    </dgm:pt>
    <dgm:pt modelId="{90B46431-3401-4CD2-ABA4-63869A32CD2E}" type="pres">
      <dgm:prSet presAssocID="{95F5A4E7-46DD-4557-ACA8-41A70A7E4495}" presName="bgRect" presStyleLbl="bgShp" presStyleIdx="2" presStyleCnt="3"/>
      <dgm:spPr/>
    </dgm:pt>
    <dgm:pt modelId="{6D070D5F-E3CD-4712-B4AB-21267A3E9C6A}" type="pres">
      <dgm:prSet presAssocID="{95F5A4E7-46DD-4557-ACA8-41A70A7E449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lm strip"/>
        </a:ext>
      </dgm:extLst>
    </dgm:pt>
    <dgm:pt modelId="{BB3FCBF5-30EF-4E8F-BD51-1C55200C3A8D}" type="pres">
      <dgm:prSet presAssocID="{95F5A4E7-46DD-4557-ACA8-41A70A7E4495}" presName="spaceRect" presStyleCnt="0"/>
      <dgm:spPr/>
    </dgm:pt>
    <dgm:pt modelId="{60AA369A-EF6D-4CEA-A6AC-B84DE53ADA99}" type="pres">
      <dgm:prSet presAssocID="{95F5A4E7-46DD-4557-ACA8-41A70A7E4495}" presName="parTx" presStyleLbl="revTx" presStyleIdx="2" presStyleCnt="3">
        <dgm:presLayoutVars>
          <dgm:chMax val="0"/>
          <dgm:chPref val="0"/>
        </dgm:presLayoutVars>
      </dgm:prSet>
      <dgm:spPr/>
    </dgm:pt>
  </dgm:ptLst>
  <dgm:cxnLst>
    <dgm:cxn modelId="{1016EE02-DCE5-4993-8C62-F1C21334A950}" type="presOf" srcId="{95F5A4E7-46DD-4557-ACA8-41A70A7E4495}" destId="{60AA369A-EF6D-4CEA-A6AC-B84DE53ADA99}" srcOrd="0" destOrd="0" presId="urn:microsoft.com/office/officeart/2018/2/layout/IconVerticalSolidList"/>
    <dgm:cxn modelId="{229A8824-ADF1-463B-9656-A7665D37A9D0}" srcId="{C09D30F8-8D8B-477B-A819-BF02A60C16A7}" destId="{51CB27DC-5096-4D92-8277-3ADB03347B01}" srcOrd="1" destOrd="0" parTransId="{56E5B6E1-637E-4CCA-BB43-F519E14ABD9F}" sibTransId="{D8ECF10A-AFB0-4F2D-91CE-198C057701E3}"/>
    <dgm:cxn modelId="{6410D33E-26DB-4072-A4E5-E17358A8B826}" type="presOf" srcId="{51CB27DC-5096-4D92-8277-3ADB03347B01}" destId="{9ADB00A0-3AF2-4905-A12B-E1BCEFE1A096}" srcOrd="0" destOrd="0" presId="urn:microsoft.com/office/officeart/2018/2/layout/IconVerticalSolidList"/>
    <dgm:cxn modelId="{250BC249-2A0D-472C-B09C-87F90E979F52}" type="presOf" srcId="{C09D30F8-8D8B-477B-A819-BF02A60C16A7}" destId="{AE166023-2331-4B8E-80B1-BAA143811365}" srcOrd="0" destOrd="0" presId="urn:microsoft.com/office/officeart/2018/2/layout/IconVerticalSolidList"/>
    <dgm:cxn modelId="{FA64C655-6170-4E64-9408-1DB168D785E2}" srcId="{C09D30F8-8D8B-477B-A819-BF02A60C16A7}" destId="{95F5A4E7-46DD-4557-ACA8-41A70A7E4495}" srcOrd="2" destOrd="0" parTransId="{3B82D0E3-E56B-4441-A8D5-D12399570B4D}" sibTransId="{C5A86F46-1F18-4F35-BFB5-FF85A6EF5A80}"/>
    <dgm:cxn modelId="{72D93B56-C6E2-4C8A-834D-4FC158A4BC07}" srcId="{C09D30F8-8D8B-477B-A819-BF02A60C16A7}" destId="{62482E9B-5674-45ED-A014-FD3D511DD616}" srcOrd="0" destOrd="0" parTransId="{518C117C-ABD4-4FF7-A1CA-ABAB08EF7BE8}" sibTransId="{F89B3138-B2B9-400E-A8C7-FC5374D2E3C5}"/>
    <dgm:cxn modelId="{718A39F8-68DB-4A7B-A222-07BE8FE13C0C}" type="presOf" srcId="{62482E9B-5674-45ED-A014-FD3D511DD616}" destId="{09CB995C-6914-430D-A4F2-E6F8C5C25166}" srcOrd="0" destOrd="0" presId="urn:microsoft.com/office/officeart/2018/2/layout/IconVerticalSolidList"/>
    <dgm:cxn modelId="{04AE08CC-E974-4CB6-9825-2DAA9A6C6C6C}" type="presParOf" srcId="{AE166023-2331-4B8E-80B1-BAA143811365}" destId="{E2D5E7A7-6D2C-42D7-B7C1-35D7988C55C6}" srcOrd="0" destOrd="0" presId="urn:microsoft.com/office/officeart/2018/2/layout/IconVerticalSolidList"/>
    <dgm:cxn modelId="{0981DF67-2400-4F21-91F2-3D5403AE5C81}" type="presParOf" srcId="{E2D5E7A7-6D2C-42D7-B7C1-35D7988C55C6}" destId="{C4571550-99DD-4C6C-8C4E-136690A902FD}" srcOrd="0" destOrd="0" presId="urn:microsoft.com/office/officeart/2018/2/layout/IconVerticalSolidList"/>
    <dgm:cxn modelId="{01EC5395-E456-45FE-9C9B-C5972FE8CD81}" type="presParOf" srcId="{E2D5E7A7-6D2C-42D7-B7C1-35D7988C55C6}" destId="{EF039D40-DC60-4618-AE95-73F16FCFEFBD}" srcOrd="1" destOrd="0" presId="urn:microsoft.com/office/officeart/2018/2/layout/IconVerticalSolidList"/>
    <dgm:cxn modelId="{7333DDF4-065C-4AB6-8424-039638A97E66}" type="presParOf" srcId="{E2D5E7A7-6D2C-42D7-B7C1-35D7988C55C6}" destId="{2342487F-FBD8-42EB-B314-F4ED2BF7175F}" srcOrd="2" destOrd="0" presId="urn:microsoft.com/office/officeart/2018/2/layout/IconVerticalSolidList"/>
    <dgm:cxn modelId="{FE622CCA-ECCC-4960-B7EE-948B87B77D0A}" type="presParOf" srcId="{E2D5E7A7-6D2C-42D7-B7C1-35D7988C55C6}" destId="{09CB995C-6914-430D-A4F2-E6F8C5C25166}" srcOrd="3" destOrd="0" presId="urn:microsoft.com/office/officeart/2018/2/layout/IconVerticalSolidList"/>
    <dgm:cxn modelId="{93E90380-C024-4898-9767-7B32F2514D78}" type="presParOf" srcId="{AE166023-2331-4B8E-80B1-BAA143811365}" destId="{5B446B1F-B621-4FEF-927D-2DABBAB8C6EB}" srcOrd="1" destOrd="0" presId="urn:microsoft.com/office/officeart/2018/2/layout/IconVerticalSolidList"/>
    <dgm:cxn modelId="{84E14EBF-3334-4144-B29E-0C8198F2A279}" type="presParOf" srcId="{AE166023-2331-4B8E-80B1-BAA143811365}" destId="{AD0DEF29-4032-49E9-BA87-5BD0E0572DB1}" srcOrd="2" destOrd="0" presId="urn:microsoft.com/office/officeart/2018/2/layout/IconVerticalSolidList"/>
    <dgm:cxn modelId="{4B478383-3325-42B1-BCC2-83B7D7874589}" type="presParOf" srcId="{AD0DEF29-4032-49E9-BA87-5BD0E0572DB1}" destId="{0AB1EA72-E577-4B15-91D2-912ED06CAD7B}" srcOrd="0" destOrd="0" presId="urn:microsoft.com/office/officeart/2018/2/layout/IconVerticalSolidList"/>
    <dgm:cxn modelId="{078EB365-D278-440E-BCE3-2093EB77FCD7}" type="presParOf" srcId="{AD0DEF29-4032-49E9-BA87-5BD0E0572DB1}" destId="{57D1916C-9E85-47CF-8370-4ECA7A40534D}" srcOrd="1" destOrd="0" presId="urn:microsoft.com/office/officeart/2018/2/layout/IconVerticalSolidList"/>
    <dgm:cxn modelId="{F52DE995-0B2D-4C25-8080-C0B569371DCE}" type="presParOf" srcId="{AD0DEF29-4032-49E9-BA87-5BD0E0572DB1}" destId="{F97A0BE4-8271-4A19-BCF2-7F522FD16FD1}" srcOrd="2" destOrd="0" presId="urn:microsoft.com/office/officeart/2018/2/layout/IconVerticalSolidList"/>
    <dgm:cxn modelId="{5134F4AC-159C-4913-BB64-12B9D3CC9748}" type="presParOf" srcId="{AD0DEF29-4032-49E9-BA87-5BD0E0572DB1}" destId="{9ADB00A0-3AF2-4905-A12B-E1BCEFE1A096}" srcOrd="3" destOrd="0" presId="urn:microsoft.com/office/officeart/2018/2/layout/IconVerticalSolidList"/>
    <dgm:cxn modelId="{F3FDBFC3-22E6-4A56-AC85-E242C7BB0EE5}" type="presParOf" srcId="{AE166023-2331-4B8E-80B1-BAA143811365}" destId="{CD2D0E18-B2A3-4E1C-B288-E7DAA52EE728}" srcOrd="3" destOrd="0" presId="urn:microsoft.com/office/officeart/2018/2/layout/IconVerticalSolidList"/>
    <dgm:cxn modelId="{2E1C274C-B302-43C6-9230-7966DDCE3A36}" type="presParOf" srcId="{AE166023-2331-4B8E-80B1-BAA143811365}" destId="{0C88909C-51E8-42DE-A622-1D3446C95D44}" srcOrd="4" destOrd="0" presId="urn:microsoft.com/office/officeart/2018/2/layout/IconVerticalSolidList"/>
    <dgm:cxn modelId="{F4E87CE3-D517-4207-8069-94F5FD2D9980}" type="presParOf" srcId="{0C88909C-51E8-42DE-A622-1D3446C95D44}" destId="{90B46431-3401-4CD2-ABA4-63869A32CD2E}" srcOrd="0" destOrd="0" presId="urn:microsoft.com/office/officeart/2018/2/layout/IconVerticalSolidList"/>
    <dgm:cxn modelId="{3C16979F-6A0D-4A79-A50D-ADB991C18475}" type="presParOf" srcId="{0C88909C-51E8-42DE-A622-1D3446C95D44}" destId="{6D070D5F-E3CD-4712-B4AB-21267A3E9C6A}" srcOrd="1" destOrd="0" presId="urn:microsoft.com/office/officeart/2018/2/layout/IconVerticalSolidList"/>
    <dgm:cxn modelId="{25DCF67A-9083-4868-9E6D-0AA36640FAC0}" type="presParOf" srcId="{0C88909C-51E8-42DE-A622-1D3446C95D44}" destId="{BB3FCBF5-30EF-4E8F-BD51-1C55200C3A8D}" srcOrd="2" destOrd="0" presId="urn:microsoft.com/office/officeart/2018/2/layout/IconVerticalSolidList"/>
    <dgm:cxn modelId="{FB965D39-BA12-4886-AF54-1C2120B840EC}" type="presParOf" srcId="{0C88909C-51E8-42DE-A622-1D3446C95D44}" destId="{60AA369A-EF6D-4CEA-A6AC-B84DE53ADA9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7A52C-9D22-4B9F-95C5-9BE419451340}">
      <dsp:nvSpPr>
        <dsp:cNvPr id="0" name=""/>
        <dsp:cNvSpPr/>
      </dsp:nvSpPr>
      <dsp:spPr>
        <a:xfrm>
          <a:off x="493700" y="0"/>
          <a:ext cx="5436151" cy="5436151"/>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61D284-CCBC-440D-94B9-9F7902C3331C}">
      <dsp:nvSpPr>
        <dsp:cNvPr id="0" name=""/>
        <dsp:cNvSpPr/>
      </dsp:nvSpPr>
      <dsp:spPr>
        <a:xfrm>
          <a:off x="847049" y="353349"/>
          <a:ext cx="2174460" cy="21744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Smart Matching Algorithm:</a:t>
          </a:r>
          <a:r>
            <a:rPr lang="en-US" sz="1600" kern="1200"/>
            <a:t> Instead of manual scrolling, the system suggests the top 10 candidates based on physical traits, skills, and past experience.</a:t>
          </a:r>
        </a:p>
      </dsp:txBody>
      <dsp:txXfrm>
        <a:off x="953197" y="459497"/>
        <a:ext cx="1962164" cy="1962164"/>
      </dsp:txXfrm>
    </dsp:sp>
    <dsp:sp modelId="{B051C600-7A38-4514-82CB-5624142905FC}">
      <dsp:nvSpPr>
        <dsp:cNvPr id="0" name=""/>
        <dsp:cNvSpPr/>
      </dsp:nvSpPr>
      <dsp:spPr>
        <a:xfrm>
          <a:off x="3402040" y="353349"/>
          <a:ext cx="2174460" cy="21744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AI Video/Voice Analysis:</a:t>
          </a:r>
          <a:r>
            <a:rPr lang="en-US" sz="1600" kern="1200"/>
            <a:t> * Analyzing vocal tone (e.g., deep, energetic, husky) for voice-over roles.</a:t>
          </a:r>
        </a:p>
        <a:p>
          <a:pPr marL="114300" lvl="1" indent="-114300" algn="l" defTabSz="533400">
            <a:lnSpc>
              <a:spcPct val="90000"/>
            </a:lnSpc>
            <a:spcBef>
              <a:spcPct val="0"/>
            </a:spcBef>
            <a:spcAft>
              <a:spcPct val="15000"/>
            </a:spcAft>
            <a:buChar char="•"/>
          </a:pPr>
          <a:r>
            <a:rPr lang="en-US" sz="1200" kern="1200"/>
            <a:t>Detecting facial expressions and "emotional range" in uploaded audition clips.</a:t>
          </a:r>
        </a:p>
      </dsp:txBody>
      <dsp:txXfrm>
        <a:off x="3508188" y="459497"/>
        <a:ext cx="1962164" cy="1962164"/>
      </dsp:txXfrm>
    </dsp:sp>
    <dsp:sp modelId="{1905612B-1991-4B06-9C4F-AA2D8EC6FE62}">
      <dsp:nvSpPr>
        <dsp:cNvPr id="0" name=""/>
        <dsp:cNvSpPr/>
      </dsp:nvSpPr>
      <dsp:spPr>
        <a:xfrm>
          <a:off x="847049" y="2908340"/>
          <a:ext cx="2174460" cy="21744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Automated Scheduling:</a:t>
          </a:r>
          <a:r>
            <a:rPr lang="en-US" sz="1600" kern="1200"/>
            <a:t> A digital "waiting room" to manage physical auditions and eliminate crowding.</a:t>
          </a:r>
        </a:p>
      </dsp:txBody>
      <dsp:txXfrm>
        <a:off x="953197" y="3014488"/>
        <a:ext cx="1962164" cy="1962164"/>
      </dsp:txXfrm>
    </dsp:sp>
    <dsp:sp modelId="{9727A836-7D21-4BF1-9F83-75C3E4E663AD}">
      <dsp:nvSpPr>
        <dsp:cNvPr id="0" name=""/>
        <dsp:cNvSpPr/>
      </dsp:nvSpPr>
      <dsp:spPr>
        <a:xfrm>
          <a:off x="3402040" y="2908340"/>
          <a:ext cx="2174460" cy="21744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Reliability Rating:</a:t>
          </a:r>
          <a:r>
            <a:rPr lang="en-US" sz="1600" kern="1200"/>
            <a:t> A reputation score for talent based on their punctuality and professionalism on set (feedback from previous directors).</a:t>
          </a:r>
        </a:p>
      </dsp:txBody>
      <dsp:txXfrm>
        <a:off x="3508188" y="3014488"/>
        <a:ext cx="1962164" cy="1962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71550-99DD-4C6C-8C4E-136690A902FD}">
      <dsp:nvSpPr>
        <dsp:cNvPr id="0" name=""/>
        <dsp:cNvSpPr/>
      </dsp:nvSpPr>
      <dsp:spPr>
        <a:xfrm>
          <a:off x="0" y="470"/>
          <a:ext cx="5139050" cy="1100095"/>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039D40-DC60-4618-AE95-73F16FCFEFBD}">
      <dsp:nvSpPr>
        <dsp:cNvPr id="0" name=""/>
        <dsp:cNvSpPr/>
      </dsp:nvSpPr>
      <dsp:spPr>
        <a:xfrm>
          <a:off x="332778" y="247991"/>
          <a:ext cx="605052" cy="6050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CB995C-6914-430D-A4F2-E6F8C5C25166}">
      <dsp:nvSpPr>
        <dsp:cNvPr id="0" name=""/>
        <dsp:cNvSpPr/>
      </dsp:nvSpPr>
      <dsp:spPr>
        <a:xfrm>
          <a:off x="1270610" y="470"/>
          <a:ext cx="3868439" cy="110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427" tIns="116427" rIns="116427" bIns="116427" numCol="1" spcCol="1270" anchor="ctr" anchorCtr="0">
          <a:noAutofit/>
        </a:bodyPr>
        <a:lstStyle/>
        <a:p>
          <a:pPr marL="0" lvl="0" indent="0" algn="l" defTabSz="800100">
            <a:lnSpc>
              <a:spcPct val="100000"/>
            </a:lnSpc>
            <a:spcBef>
              <a:spcPct val="0"/>
            </a:spcBef>
            <a:spcAft>
              <a:spcPct val="35000"/>
            </a:spcAft>
            <a:buNone/>
          </a:pPr>
          <a:r>
            <a:rPr lang="en-US" sz="1800" b="1" kern="1200"/>
            <a:t>Actors' Guilds &amp; Unions:</a:t>
          </a:r>
          <a:r>
            <a:rPr lang="en-US" sz="1800" kern="1200"/>
            <a:t> To ensure legitimacy and protect talent rights.</a:t>
          </a:r>
        </a:p>
      </dsp:txBody>
      <dsp:txXfrm>
        <a:off x="1270610" y="470"/>
        <a:ext cx="3868439" cy="1100095"/>
      </dsp:txXfrm>
    </dsp:sp>
    <dsp:sp modelId="{0AB1EA72-E577-4B15-91D2-912ED06CAD7B}">
      <dsp:nvSpPr>
        <dsp:cNvPr id="0" name=""/>
        <dsp:cNvSpPr/>
      </dsp:nvSpPr>
      <dsp:spPr>
        <a:xfrm>
          <a:off x="0" y="1375589"/>
          <a:ext cx="5139050" cy="1100095"/>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D1916C-9E85-47CF-8370-4ECA7A40534D}">
      <dsp:nvSpPr>
        <dsp:cNvPr id="0" name=""/>
        <dsp:cNvSpPr/>
      </dsp:nvSpPr>
      <dsp:spPr>
        <a:xfrm>
          <a:off x="332778" y="1623111"/>
          <a:ext cx="605052" cy="6050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DB00A0-3AF2-4905-A12B-E1BCEFE1A096}">
      <dsp:nvSpPr>
        <dsp:cNvPr id="0" name=""/>
        <dsp:cNvSpPr/>
      </dsp:nvSpPr>
      <dsp:spPr>
        <a:xfrm>
          <a:off x="1270610" y="1375589"/>
          <a:ext cx="3868439" cy="110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427" tIns="116427" rIns="116427" bIns="116427" numCol="1" spcCol="1270" anchor="ctr" anchorCtr="0">
          <a:noAutofit/>
        </a:bodyPr>
        <a:lstStyle/>
        <a:p>
          <a:pPr marL="0" lvl="0" indent="0" algn="l" defTabSz="800100">
            <a:lnSpc>
              <a:spcPct val="100000"/>
            </a:lnSpc>
            <a:spcBef>
              <a:spcPct val="0"/>
            </a:spcBef>
            <a:spcAft>
              <a:spcPct val="35000"/>
            </a:spcAft>
            <a:buNone/>
          </a:pPr>
          <a:r>
            <a:rPr lang="en-US" sz="1800" b="1" kern="1200"/>
            <a:t>Talent Agencies:</a:t>
          </a:r>
          <a:r>
            <a:rPr lang="en-US" sz="1800" kern="1200"/>
            <a:t> Providing them with a "Dashboard" to manage their entire roster efficiently.</a:t>
          </a:r>
        </a:p>
      </dsp:txBody>
      <dsp:txXfrm>
        <a:off x="1270610" y="1375589"/>
        <a:ext cx="3868439" cy="1100095"/>
      </dsp:txXfrm>
    </dsp:sp>
    <dsp:sp modelId="{90B46431-3401-4CD2-ABA4-63869A32CD2E}">
      <dsp:nvSpPr>
        <dsp:cNvPr id="0" name=""/>
        <dsp:cNvSpPr/>
      </dsp:nvSpPr>
      <dsp:spPr>
        <a:xfrm>
          <a:off x="0" y="2750709"/>
          <a:ext cx="5139050" cy="1100095"/>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070D5F-E3CD-4712-B4AB-21267A3E9C6A}">
      <dsp:nvSpPr>
        <dsp:cNvPr id="0" name=""/>
        <dsp:cNvSpPr/>
      </dsp:nvSpPr>
      <dsp:spPr>
        <a:xfrm>
          <a:off x="332778" y="2998230"/>
          <a:ext cx="605052" cy="6050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AA369A-EF6D-4CEA-A6AC-B84DE53ADA99}">
      <dsp:nvSpPr>
        <dsp:cNvPr id="0" name=""/>
        <dsp:cNvSpPr/>
      </dsp:nvSpPr>
      <dsp:spPr>
        <a:xfrm>
          <a:off x="1270610" y="2750709"/>
          <a:ext cx="3868439" cy="1100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427" tIns="116427" rIns="116427" bIns="116427" numCol="1" spcCol="1270" anchor="ctr" anchorCtr="0">
          <a:noAutofit/>
        </a:bodyPr>
        <a:lstStyle/>
        <a:p>
          <a:pPr marL="0" lvl="0" indent="0" algn="l" defTabSz="800100">
            <a:lnSpc>
              <a:spcPct val="100000"/>
            </a:lnSpc>
            <a:spcBef>
              <a:spcPct val="0"/>
            </a:spcBef>
            <a:spcAft>
              <a:spcPct val="35000"/>
            </a:spcAft>
            <a:buNone/>
          </a:pPr>
          <a:r>
            <a:rPr lang="en-US" sz="1800" b="1" kern="1200"/>
            <a:t>Film Schools:</a:t>
          </a:r>
          <a:r>
            <a:rPr lang="en-US" sz="1800" kern="1200"/>
            <a:t> To capture "fresh blood" and upcoming talent early on.</a:t>
          </a:r>
        </a:p>
      </dsp:txBody>
      <dsp:txXfrm>
        <a:off x="1270610" y="2750709"/>
        <a:ext cx="3868439" cy="1100095"/>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22A2D-42FA-4553-8772-8DAE87B769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FDD895D-FAE0-4BCC-A867-FF4B70D9BF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8A188-91E3-4091-B70E-E1E6D807C522}" type="datetimeFigureOut">
              <a:rPr lang="en-US" smtClean="0"/>
              <a:t>2/5/2026</a:t>
            </a:fld>
            <a:endParaRPr lang="en-US" dirty="0"/>
          </a:p>
        </p:txBody>
      </p:sp>
      <p:sp>
        <p:nvSpPr>
          <p:cNvPr id="4" name="Footer Placeholder 3">
            <a:extLst>
              <a:ext uri="{FF2B5EF4-FFF2-40B4-BE49-F238E27FC236}">
                <a16:creationId xmlns:a16="http://schemas.microsoft.com/office/drawing/2014/main" id="{4C4706EC-595E-4FD0-9EC4-968864CC93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699D8E-A980-43D3-BFB9-0812FFA36A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4EE72E-E5A5-44ED-A736-DB8D8EE9B4C6}" type="slidenum">
              <a:rPr lang="en-US" smtClean="0"/>
              <a:t>‹#›</a:t>
            </a:fld>
            <a:endParaRPr lang="en-US" dirty="0"/>
          </a:p>
        </p:txBody>
      </p:sp>
    </p:spTree>
    <p:extLst>
      <p:ext uri="{BB962C8B-B14F-4D97-AF65-F5344CB8AC3E}">
        <p14:creationId xmlns:p14="http://schemas.microsoft.com/office/powerpoint/2010/main" val="39461741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C02412-B176-4E06-823F-C66FEB3E21FB}" type="datetimeFigureOut">
              <a:rPr lang="en-US" smtClean="0"/>
              <a:t>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942FC2-A162-47B3-989B-571A62414964}" type="slidenum">
              <a:rPr lang="en-US" smtClean="0"/>
              <a:t>‹#›</a:t>
            </a:fld>
            <a:endParaRPr lang="en-US" dirty="0"/>
          </a:p>
        </p:txBody>
      </p:sp>
    </p:spTree>
    <p:extLst>
      <p:ext uri="{BB962C8B-B14F-4D97-AF65-F5344CB8AC3E}">
        <p14:creationId xmlns:p14="http://schemas.microsoft.com/office/powerpoint/2010/main" val="389132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1</a:t>
            </a:fld>
            <a:endParaRPr lang="en-US" dirty="0"/>
          </a:p>
        </p:txBody>
      </p:sp>
    </p:spTree>
    <p:extLst>
      <p:ext uri="{BB962C8B-B14F-4D97-AF65-F5344CB8AC3E}">
        <p14:creationId xmlns:p14="http://schemas.microsoft.com/office/powerpoint/2010/main" val="3630900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3</a:t>
            </a:fld>
            <a:endParaRPr lang="en-US" dirty="0"/>
          </a:p>
        </p:txBody>
      </p:sp>
    </p:spTree>
    <p:extLst>
      <p:ext uri="{BB962C8B-B14F-4D97-AF65-F5344CB8AC3E}">
        <p14:creationId xmlns:p14="http://schemas.microsoft.com/office/powerpoint/2010/main" val="4188800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4</a:t>
            </a:fld>
            <a:endParaRPr lang="en-US" dirty="0"/>
          </a:p>
        </p:txBody>
      </p:sp>
    </p:spTree>
    <p:extLst>
      <p:ext uri="{BB962C8B-B14F-4D97-AF65-F5344CB8AC3E}">
        <p14:creationId xmlns:p14="http://schemas.microsoft.com/office/powerpoint/2010/main" val="4230468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5</a:t>
            </a:fld>
            <a:endParaRPr lang="en-US" dirty="0"/>
          </a:p>
        </p:txBody>
      </p:sp>
    </p:spTree>
    <p:extLst>
      <p:ext uri="{BB962C8B-B14F-4D97-AF65-F5344CB8AC3E}">
        <p14:creationId xmlns:p14="http://schemas.microsoft.com/office/powerpoint/2010/main" val="2284856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7</a:t>
            </a:fld>
            <a:endParaRPr lang="en-US" dirty="0"/>
          </a:p>
        </p:txBody>
      </p:sp>
    </p:spTree>
    <p:extLst>
      <p:ext uri="{BB962C8B-B14F-4D97-AF65-F5344CB8AC3E}">
        <p14:creationId xmlns:p14="http://schemas.microsoft.com/office/powerpoint/2010/main" val="1171570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64891-A129-B8A3-53AB-6A747C586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2EB93-E34B-91D4-B819-D1432DA24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E6AC8-F449-7F7F-07AB-16030482D7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9E3DB0-38DF-8230-F88D-E6C2536A1281}"/>
              </a:ext>
            </a:extLst>
          </p:cNvPr>
          <p:cNvSpPr>
            <a:spLocks noGrp="1"/>
          </p:cNvSpPr>
          <p:nvPr>
            <p:ph type="sldNum" sz="quarter" idx="5"/>
          </p:nvPr>
        </p:nvSpPr>
        <p:spPr/>
        <p:txBody>
          <a:bodyPr/>
          <a:lstStyle/>
          <a:p>
            <a:fld id="{8D942FC2-A162-47B3-989B-571A62414964}" type="slidenum">
              <a:rPr lang="en-US" smtClean="0"/>
              <a:t>8</a:t>
            </a:fld>
            <a:endParaRPr lang="en-US" dirty="0"/>
          </a:p>
        </p:txBody>
      </p:sp>
    </p:spTree>
    <p:extLst>
      <p:ext uri="{BB962C8B-B14F-4D97-AF65-F5344CB8AC3E}">
        <p14:creationId xmlns:p14="http://schemas.microsoft.com/office/powerpoint/2010/main" val="3157438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9</a:t>
            </a:fld>
            <a:endParaRPr lang="en-US" dirty="0"/>
          </a:p>
        </p:txBody>
      </p:sp>
    </p:spTree>
    <p:extLst>
      <p:ext uri="{BB962C8B-B14F-4D97-AF65-F5344CB8AC3E}">
        <p14:creationId xmlns:p14="http://schemas.microsoft.com/office/powerpoint/2010/main" val="2969247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4E265-04F0-B9B2-CB4A-89FB23EAC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44117-6D95-B947-2ECE-7EEEDEE6D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D4987-9F33-63E0-7DDD-1BCA1E2A5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2CA864-61B7-8579-3C5E-DEE6AD7174E2}"/>
              </a:ext>
            </a:extLst>
          </p:cNvPr>
          <p:cNvSpPr>
            <a:spLocks noGrp="1"/>
          </p:cNvSpPr>
          <p:nvPr>
            <p:ph type="sldNum" sz="quarter" idx="5"/>
          </p:nvPr>
        </p:nvSpPr>
        <p:spPr/>
        <p:txBody>
          <a:bodyPr/>
          <a:lstStyle/>
          <a:p>
            <a:fld id="{8D942FC2-A162-47B3-989B-571A62414964}" type="slidenum">
              <a:rPr lang="en-US" smtClean="0"/>
              <a:t>16</a:t>
            </a:fld>
            <a:endParaRPr lang="en-US" dirty="0"/>
          </a:p>
        </p:txBody>
      </p:sp>
    </p:spTree>
    <p:extLst>
      <p:ext uri="{BB962C8B-B14F-4D97-AF65-F5344CB8AC3E}">
        <p14:creationId xmlns:p14="http://schemas.microsoft.com/office/powerpoint/2010/main" val="2553119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75C26-22C2-9AEC-1AE1-74E7DC361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C4F16-80E9-E700-9422-FC3D97B7C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852B0-3BAE-E2CD-E347-C3CB158EFB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5BD54-B47C-D3A0-768A-B8F21ED9D92F}"/>
              </a:ext>
            </a:extLst>
          </p:cNvPr>
          <p:cNvSpPr>
            <a:spLocks noGrp="1"/>
          </p:cNvSpPr>
          <p:nvPr>
            <p:ph type="sldNum" sz="quarter" idx="5"/>
          </p:nvPr>
        </p:nvSpPr>
        <p:spPr/>
        <p:txBody>
          <a:bodyPr/>
          <a:lstStyle/>
          <a:p>
            <a:fld id="{8D942FC2-A162-47B3-989B-571A62414964}" type="slidenum">
              <a:rPr lang="en-US" smtClean="0"/>
              <a:t>20</a:t>
            </a:fld>
            <a:endParaRPr lang="en-US" dirty="0"/>
          </a:p>
        </p:txBody>
      </p:sp>
    </p:spTree>
    <p:extLst>
      <p:ext uri="{BB962C8B-B14F-4D97-AF65-F5344CB8AC3E}">
        <p14:creationId xmlns:p14="http://schemas.microsoft.com/office/powerpoint/2010/main" val="4096746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942FC2-A162-47B3-989B-571A62414964}" type="slidenum">
              <a:rPr lang="en-US" smtClean="0"/>
              <a:t>21</a:t>
            </a:fld>
            <a:endParaRPr lang="en-US" dirty="0"/>
          </a:p>
        </p:txBody>
      </p:sp>
    </p:spTree>
    <p:extLst>
      <p:ext uri="{BB962C8B-B14F-4D97-AF65-F5344CB8AC3E}">
        <p14:creationId xmlns:p14="http://schemas.microsoft.com/office/powerpoint/2010/main" val="52409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D39607A7-8386-47DB-8578-DDEDD194E5D4}" type="slidenum">
              <a:rPr lang="en-US" smtClean="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31452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49528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88447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454787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6027847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768066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2372406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455664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20XX</a:t>
            </a:r>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772454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46089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67569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hasCustomPrompt="1"/>
          </p:nvPr>
        </p:nvSpPr>
        <p:spPr>
          <a:xfrm>
            <a:off x="2197100" y="1079500"/>
            <a:ext cx="7797799" cy="2543594"/>
          </a:xfrm>
        </p:spPr>
        <p:txBody>
          <a:bodyPr anchor="b">
            <a:normAutofit/>
          </a:bodyPr>
          <a:lstStyle>
            <a:lvl1pPr algn="ctr">
              <a:defRPr sz="2800"/>
            </a:lvl1pPr>
          </a:lstStyle>
          <a:p>
            <a:r>
              <a:rPr lang="en-US" dirty="0"/>
              <a:t>Click to add title</a:t>
            </a:r>
          </a:p>
        </p:txBody>
      </p:sp>
      <p:grpSp>
        <p:nvGrpSpPr>
          <p:cNvPr id="7" name="Group 6">
            <a:extLst>
              <a:ext uri="{FF2B5EF4-FFF2-40B4-BE49-F238E27FC236}">
                <a16:creationId xmlns:a16="http://schemas.microsoft.com/office/drawing/2014/main" id="{A8224D70-2CA9-3DC4-F002-EC470A48EB82}"/>
              </a:ext>
              <a:ext uri="{C183D7F6-B498-43B3-948B-1728B52AA6E4}">
                <adec:decorative xmlns:adec="http://schemas.microsoft.com/office/drawing/2017/decorative" val="1"/>
              </a:ext>
            </a:extLst>
          </p:cNvPr>
          <p:cNvGrpSpPr/>
          <p:nvPr userDrawn="1"/>
        </p:nvGrpSpPr>
        <p:grpSpPr>
          <a:xfrm>
            <a:off x="9728046" y="4869342"/>
            <a:ext cx="1623711" cy="630920"/>
            <a:chOff x="9588346" y="4824892"/>
            <a:chExt cx="1623711" cy="630920"/>
          </a:xfrm>
        </p:grpSpPr>
        <p:sp>
          <p:nvSpPr>
            <p:cNvPr id="8" name="Freeform: Shape 15">
              <a:extLst>
                <a:ext uri="{FF2B5EF4-FFF2-40B4-BE49-F238E27FC236}">
                  <a16:creationId xmlns:a16="http://schemas.microsoft.com/office/drawing/2014/main" id="{C0B1F33F-4201-2B4E-E8EC-1D07263083EB}"/>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2ED5B178-0506-30BE-93BB-73C02006B988}"/>
                </a:ext>
              </a:extLst>
            </p:cNvPr>
            <p:cNvGrpSpPr/>
            <p:nvPr/>
          </p:nvGrpSpPr>
          <p:grpSpPr>
            <a:xfrm rot="2700000" flipH="1">
              <a:off x="10112436" y="4359902"/>
              <a:ext cx="571820" cy="1620000"/>
              <a:chOff x="8482785" y="4330454"/>
              <a:chExt cx="571820" cy="1620000"/>
            </a:xfrm>
          </p:grpSpPr>
          <p:sp>
            <p:nvSpPr>
              <p:cNvPr id="10" name="Freeform: Shape 17">
                <a:extLst>
                  <a:ext uri="{FF2B5EF4-FFF2-40B4-BE49-F238E27FC236}">
                    <a16:creationId xmlns:a16="http://schemas.microsoft.com/office/drawing/2014/main" id="{B3F854F0-E9B7-2C32-CA3C-FA9719440768}"/>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 name="Straight Connector 10">
                <a:extLst>
                  <a:ext uri="{FF2B5EF4-FFF2-40B4-BE49-F238E27FC236}">
                    <a16:creationId xmlns:a16="http://schemas.microsoft.com/office/drawing/2014/main" id="{E8224CDA-DD93-0DF6-7DD9-8328D1606037}"/>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 name="Straight Connector 11">
            <a:extLst>
              <a:ext uri="{FF2B5EF4-FFF2-40B4-BE49-F238E27FC236}">
                <a16:creationId xmlns:a16="http://schemas.microsoft.com/office/drawing/2014/main" id="{A3FA5F65-B2C5-BB65-83E3-F195EEE49001}"/>
              </a:ext>
              <a:ext uri="{C183D7F6-B498-43B3-948B-1728B52AA6E4}">
                <adec:decorative xmlns:adec="http://schemas.microsoft.com/office/drawing/2017/decorative" val="1"/>
              </a:ext>
            </a:extLst>
          </p:cNvPr>
          <p:cNvCxnSpPr>
            <a:cxnSpLocks/>
          </p:cNvCxnSpPr>
          <p:nvPr userDrawn="1"/>
        </p:nvCxnSpPr>
        <p:spPr>
          <a:xfrm>
            <a:off x="5826000" y="409908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2815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0C1D561-971B-43DB-A5A7-63A887A0CA6B}"/>
              </a:ext>
            </a:extLst>
          </p:cNvPr>
          <p:cNvSpPr>
            <a:spLocks noGrp="1"/>
          </p:cNvSpPr>
          <p:nvPr>
            <p:ph type="title" hasCustomPrompt="1"/>
          </p:nvPr>
        </p:nvSpPr>
        <p:spPr>
          <a:xfrm>
            <a:off x="565150" y="548640"/>
            <a:ext cx="5486400" cy="1371600"/>
          </a:xfrm>
        </p:spPr>
        <p:txBody>
          <a:bodyPr anchor="b" anchorCtr="0">
            <a:noAutofit/>
          </a:bodyPr>
          <a:lstStyle>
            <a:lvl1pPr algn="ctr">
              <a:defRPr/>
            </a:lvl1pPr>
          </a:lstStyle>
          <a:p>
            <a:pPr algn="ctr"/>
            <a:r>
              <a:rPr lang="en-US" dirty="0"/>
              <a:t>Click to add title</a:t>
            </a:r>
          </a:p>
        </p:txBody>
      </p:sp>
      <p:cxnSp>
        <p:nvCxnSpPr>
          <p:cNvPr id="9" name="Straight Connector 8">
            <a:extLst>
              <a:ext uri="{FF2B5EF4-FFF2-40B4-BE49-F238E27FC236}">
                <a16:creationId xmlns:a16="http://schemas.microsoft.com/office/drawing/2014/main" id="{8CACFD68-412E-48B4-B9EB-FEDC20A81354}"/>
              </a:ext>
              <a:ext uri="{C183D7F6-B498-43B3-948B-1728B52AA6E4}">
                <adec:decorative xmlns:adec="http://schemas.microsoft.com/office/drawing/2017/decorative" val="1"/>
              </a:ext>
            </a:extLst>
          </p:cNvPr>
          <p:cNvCxnSpPr>
            <a:cxnSpLocks/>
          </p:cNvCxnSpPr>
          <p:nvPr userDrawn="1"/>
        </p:nvCxnSpPr>
        <p:spPr>
          <a:xfrm>
            <a:off x="3023391"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4F0731E0-58E0-4382-ADA7-A9C6DE2E7E36}"/>
              </a:ext>
            </a:extLst>
          </p:cNvPr>
          <p:cNvSpPr>
            <a:spLocks noGrp="1"/>
          </p:cNvSpPr>
          <p:nvPr>
            <p:ph idx="1" hasCustomPrompt="1"/>
          </p:nvPr>
        </p:nvSpPr>
        <p:spPr>
          <a:xfrm>
            <a:off x="565149" y="2759076"/>
            <a:ext cx="5486399" cy="3009899"/>
          </a:xfrm>
        </p:spPr>
        <p:txBody>
          <a:bodyPr>
            <a:noAutofit/>
          </a:bodyPr>
          <a:lstStyle>
            <a:lvl1pPr>
              <a:lnSpc>
                <a:spcPct val="100000"/>
              </a:lnSpc>
              <a:spcBef>
                <a:spcPts val="1000"/>
              </a:spcBef>
              <a:defRPr sz="1800"/>
            </a:lvl1pPr>
            <a:lvl2pPr>
              <a:lnSpc>
                <a:spcPct val="100000"/>
              </a:lnSpc>
              <a:spcBef>
                <a:spcPts val="1000"/>
              </a:spcBef>
              <a:defRPr sz="1800"/>
            </a:lvl2pPr>
            <a:lvl3pPr>
              <a:lnSpc>
                <a:spcPct val="100000"/>
              </a:lnSpc>
              <a:spcBef>
                <a:spcPts val="1000"/>
              </a:spcBef>
              <a:defRPr sz="1600"/>
            </a:lvl3pPr>
            <a:lvl4pPr>
              <a:lnSpc>
                <a:spcPct val="100000"/>
              </a:lnSpc>
              <a:spcBef>
                <a:spcPts val="1000"/>
              </a:spcBef>
              <a:defRPr sz="1800"/>
            </a:lvl4pPr>
            <a:lvl5pPr>
              <a:lnSpc>
                <a:spcPct val="100000"/>
              </a:lnSpc>
              <a:spcBef>
                <a:spcPts val="1000"/>
              </a:spcBef>
              <a:defRPr sz="1800"/>
            </a:lvl5pPr>
            <a:lvl6pPr>
              <a:lnSpc>
                <a:spcPct val="100000"/>
              </a:lnSpc>
              <a:spcBef>
                <a:spcPts val="1000"/>
              </a:spcBef>
              <a:buClr>
                <a:schemeClr val="accent5"/>
              </a:buClr>
              <a:defRPr sz="1600"/>
            </a:lvl6pPr>
            <a:lvl7pPr>
              <a:buClr>
                <a:schemeClr val="accent5"/>
              </a:buClr>
              <a:defRPr/>
            </a:lvl7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endParaRPr lang="en-US" dirty="0"/>
          </a:p>
          <a:p>
            <a:pPr lvl="2"/>
            <a:endParaRPr lang="en-US" dirty="0"/>
          </a:p>
        </p:txBody>
      </p:sp>
      <p:sp>
        <p:nvSpPr>
          <p:cNvPr id="11" name="Date Placeholder 3">
            <a:extLst>
              <a:ext uri="{FF2B5EF4-FFF2-40B4-BE49-F238E27FC236}">
                <a16:creationId xmlns:a16="http://schemas.microsoft.com/office/drawing/2014/main" id="{23D67752-1F0B-4C84-BBA7-A57E2793D918}"/>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2" name="Rectangle 11">
            <a:extLst>
              <a:ext uri="{FF2B5EF4-FFF2-40B4-BE49-F238E27FC236}">
                <a16:creationId xmlns:a16="http://schemas.microsoft.com/office/drawing/2014/main" id="{FA4033A0-8E66-4ABA-9E27-744642AA948F}"/>
              </a:ext>
              <a:ext uri="{C183D7F6-B498-43B3-948B-1728B52AA6E4}">
                <adec:decorative xmlns:adec="http://schemas.microsoft.com/office/drawing/2017/decorative" val="1"/>
              </a:ext>
            </a:extLst>
          </p:cNvPr>
          <p:cNvSpPr/>
          <p:nvPr userDrawn="1"/>
        </p:nvSpPr>
        <p:spPr>
          <a:xfrm>
            <a:off x="6654794" y="0"/>
            <a:ext cx="5537206"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20000"/>
                </a:prstClr>
              </a:solidFill>
              <a:effectLst/>
              <a:uLnTx/>
              <a:uFillTx/>
              <a:latin typeface="Avenir Next LT Pro Light"/>
              <a:ea typeface="+mn-ea"/>
              <a:cs typeface="+mn-cs"/>
            </a:endParaRPr>
          </a:p>
        </p:txBody>
      </p:sp>
      <p:sp>
        <p:nvSpPr>
          <p:cNvPr id="15" name="Footer Placeholder 4">
            <a:extLst>
              <a:ext uri="{FF2B5EF4-FFF2-40B4-BE49-F238E27FC236}">
                <a16:creationId xmlns:a16="http://schemas.microsoft.com/office/drawing/2014/main" id="{E8E05746-2784-43CF-84F7-0175BD650240}"/>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6" name="Slide Number Placeholder 5">
            <a:extLst>
              <a:ext uri="{FF2B5EF4-FFF2-40B4-BE49-F238E27FC236}">
                <a16:creationId xmlns:a16="http://schemas.microsoft.com/office/drawing/2014/main" id="{BB851CC3-3ED8-49E8-B8AC-6D79B036F30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grpSp>
        <p:nvGrpSpPr>
          <p:cNvPr id="2" name="Group 1">
            <a:extLst>
              <a:ext uri="{FF2B5EF4-FFF2-40B4-BE49-F238E27FC236}">
                <a16:creationId xmlns:a16="http://schemas.microsoft.com/office/drawing/2014/main" id="{F6F0BC49-315A-CF7A-E741-A8688AF53E66}"/>
              </a:ext>
            </a:extLst>
          </p:cNvPr>
          <p:cNvGrpSpPr/>
          <p:nvPr userDrawn="1"/>
        </p:nvGrpSpPr>
        <p:grpSpPr>
          <a:xfrm>
            <a:off x="9728046" y="831278"/>
            <a:ext cx="1623711" cy="630920"/>
            <a:chOff x="9588346" y="4824892"/>
            <a:chExt cx="1623711" cy="630920"/>
          </a:xfrm>
        </p:grpSpPr>
        <p:sp>
          <p:nvSpPr>
            <p:cNvPr id="3" name="Freeform: Shape 15">
              <a:extLst>
                <a:ext uri="{FF2B5EF4-FFF2-40B4-BE49-F238E27FC236}">
                  <a16:creationId xmlns:a16="http://schemas.microsoft.com/office/drawing/2014/main" id="{3FCB73E1-B061-C75F-AB29-C27CA95E57A9}"/>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94A16F89-984C-DEA8-C894-E819A7646610}"/>
                </a:ext>
              </a:extLst>
            </p:cNvPr>
            <p:cNvGrpSpPr/>
            <p:nvPr/>
          </p:nvGrpSpPr>
          <p:grpSpPr>
            <a:xfrm rot="2700000" flipH="1">
              <a:off x="10112436" y="4359902"/>
              <a:ext cx="571820" cy="1620000"/>
              <a:chOff x="8482785" y="4330454"/>
              <a:chExt cx="571820" cy="1620000"/>
            </a:xfrm>
          </p:grpSpPr>
          <p:sp>
            <p:nvSpPr>
              <p:cNvPr id="5" name="Freeform: Shape 17">
                <a:extLst>
                  <a:ext uri="{FF2B5EF4-FFF2-40B4-BE49-F238E27FC236}">
                    <a16:creationId xmlns:a16="http://schemas.microsoft.com/office/drawing/2014/main" id="{0971E16B-8BBF-40B5-5862-FAAADBF530A0}"/>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C1D464A1-0F6B-3CEE-8719-573F89E87B36}"/>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924227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C47B699-08C0-4851-8BAE-384C14E4E049}"/>
              </a:ext>
            </a:extLst>
          </p:cNvPr>
          <p:cNvSpPr>
            <a:spLocks noGrp="1"/>
          </p:cNvSpPr>
          <p:nvPr>
            <p:ph type="ctrTitle" hasCustomPrompt="1"/>
          </p:nvPr>
        </p:nvSpPr>
        <p:spPr>
          <a:xfrm>
            <a:off x="7766050" y="1079500"/>
            <a:ext cx="3884962" cy="2138400"/>
          </a:xfrm>
        </p:spPr>
        <p:txBody>
          <a:bodyPr anchor="b">
            <a:noAutofit/>
          </a:bodyPr>
          <a:lstStyle>
            <a:lvl1pPr algn="ctr">
              <a:defRPr/>
            </a:lvl1pPr>
          </a:lstStyle>
          <a:p>
            <a:r>
              <a:rPr lang="en-US" dirty="0"/>
              <a:t>Click to add title</a:t>
            </a:r>
          </a:p>
        </p:txBody>
      </p:sp>
      <p:sp>
        <p:nvSpPr>
          <p:cNvPr id="15" name="Subtitle 2">
            <a:extLst>
              <a:ext uri="{FF2B5EF4-FFF2-40B4-BE49-F238E27FC236}">
                <a16:creationId xmlns:a16="http://schemas.microsoft.com/office/drawing/2014/main" id="{B84917A2-B37A-4655-9D10-50C6FD698FA2}"/>
              </a:ext>
            </a:extLst>
          </p:cNvPr>
          <p:cNvSpPr>
            <a:spLocks noGrp="1"/>
          </p:cNvSpPr>
          <p:nvPr>
            <p:ph type="subTitle" idx="1" hasCustomPrompt="1"/>
          </p:nvPr>
        </p:nvSpPr>
        <p:spPr>
          <a:xfrm>
            <a:off x="7766051" y="4113213"/>
            <a:ext cx="3884961" cy="1655762"/>
          </a:xfrm>
        </p:spPr>
        <p:txBody>
          <a:bodyPr>
            <a:noAutofit/>
          </a:bodyPr>
          <a:lstStyle>
            <a:lvl1pPr marL="0" indent="0" algn="ctr">
              <a:lnSpc>
                <a:spcPct val="90000"/>
              </a:lnSpc>
              <a:buNone/>
              <a:defRPr sz="2400" i="1"/>
            </a:lvl1pPr>
          </a:lstStyle>
          <a:p>
            <a:r>
              <a:rPr lang="en-US" dirty="0"/>
              <a:t>Click to add subtitle</a:t>
            </a:r>
          </a:p>
        </p:txBody>
      </p:sp>
      <p:cxnSp>
        <p:nvCxnSpPr>
          <p:cNvPr id="23" name="Straight Connector 22">
            <a:extLst>
              <a:ext uri="{FF2B5EF4-FFF2-40B4-BE49-F238E27FC236}">
                <a16:creationId xmlns:a16="http://schemas.microsoft.com/office/drawing/2014/main" id="{88EE5317-4FED-4CB5-85EE-6DAD46C28417}"/>
              </a:ext>
              <a:ext uri="{C183D7F6-B498-43B3-948B-1728B52AA6E4}">
                <adec:decorative xmlns:adec="http://schemas.microsoft.com/office/drawing/2017/decorative" val="1"/>
              </a:ext>
            </a:extLst>
          </p:cNvPr>
          <p:cNvCxnSpPr>
            <a:cxnSpLocks/>
          </p:cNvCxnSpPr>
          <p:nvPr userDrawn="1"/>
        </p:nvCxnSpPr>
        <p:spPr>
          <a:xfrm>
            <a:off x="9438531"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3B0D3427-2AA8-987B-E83A-494604F72C16}"/>
              </a:ext>
            </a:extLst>
          </p:cNvPr>
          <p:cNvSpPr>
            <a:spLocks noGrp="1"/>
          </p:cNvSpPr>
          <p:nvPr>
            <p:ph type="pic" sz="quarter" idx="13" hasCustomPrompt="1"/>
          </p:nvPr>
        </p:nvSpPr>
        <p:spPr>
          <a:xfrm>
            <a:off x="541338" y="539750"/>
            <a:ext cx="6670675" cy="5759450"/>
          </a:xfrm>
          <a:custGeom>
            <a:avLst/>
            <a:gdLst>
              <a:gd name="connsiteX0" fmla="*/ 6573720 w 6670675"/>
              <a:gd name="connsiteY0" fmla="*/ 0 h 5759450"/>
              <a:gd name="connsiteX1" fmla="*/ 6670675 w 6670675"/>
              <a:gd name="connsiteY1" fmla="*/ 0 h 5759450"/>
              <a:gd name="connsiteX2" fmla="*/ 6670675 w 6670675"/>
              <a:gd name="connsiteY2" fmla="*/ 5759450 h 5759450"/>
              <a:gd name="connsiteX3" fmla="*/ 0 w 6670675"/>
              <a:gd name="connsiteY3" fmla="*/ 5759450 h 5759450"/>
              <a:gd name="connsiteX4" fmla="*/ 0 w 6670675"/>
              <a:gd name="connsiteY4" fmla="*/ 5669502 h 5759450"/>
              <a:gd name="connsiteX5" fmla="*/ 6573720 w 6670675"/>
              <a:gd name="connsiteY5" fmla="*/ 5669502 h 5759450"/>
              <a:gd name="connsiteX6" fmla="*/ 0 w 6670675"/>
              <a:gd name="connsiteY6" fmla="*/ 0 h 5759450"/>
              <a:gd name="connsiteX7" fmla="*/ 6562411 w 6670675"/>
              <a:gd name="connsiteY7" fmla="*/ 0 h 5759450"/>
              <a:gd name="connsiteX8" fmla="*/ 6562411 w 6670675"/>
              <a:gd name="connsiteY8" fmla="*/ 5658193 h 5759450"/>
              <a:gd name="connsiteX9" fmla="*/ 0 w 6670675"/>
              <a:gd name="connsiteY9" fmla="*/ 5658193 h 575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70675" h="5759450">
                <a:moveTo>
                  <a:pt x="6573720" y="0"/>
                </a:moveTo>
                <a:lnTo>
                  <a:pt x="6670675" y="0"/>
                </a:lnTo>
                <a:lnTo>
                  <a:pt x="6670675" y="5759450"/>
                </a:lnTo>
                <a:lnTo>
                  <a:pt x="0" y="5759450"/>
                </a:lnTo>
                <a:lnTo>
                  <a:pt x="0" y="5669502"/>
                </a:lnTo>
                <a:lnTo>
                  <a:pt x="6573720" y="5669502"/>
                </a:lnTo>
                <a:close/>
                <a:moveTo>
                  <a:pt x="0" y="0"/>
                </a:moveTo>
                <a:lnTo>
                  <a:pt x="6562411" y="0"/>
                </a:lnTo>
                <a:lnTo>
                  <a:pt x="6562411" y="5658193"/>
                </a:lnTo>
                <a:lnTo>
                  <a:pt x="0" y="5658193"/>
                </a:lnTo>
                <a:close/>
              </a:path>
            </a:pathLst>
          </a:custGeom>
        </p:spPr>
        <p:txBody>
          <a:bodyPr wrap="square">
            <a:noAutofit/>
          </a:bodyPr>
          <a:lstStyle>
            <a:lvl1pPr marL="0" indent="0" algn="ctr">
              <a:buNone/>
              <a:defRPr sz="1800"/>
            </a:lvl1pPr>
          </a:lstStyle>
          <a:p>
            <a:r>
              <a:rPr lang="en-US" dirty="0"/>
              <a:t>Click icon to add photo</a:t>
            </a:r>
          </a:p>
        </p:txBody>
      </p:sp>
      <p:sp>
        <p:nvSpPr>
          <p:cNvPr id="6" name="Frame 5">
            <a:extLst>
              <a:ext uri="{FF2B5EF4-FFF2-40B4-BE49-F238E27FC236}">
                <a16:creationId xmlns:a16="http://schemas.microsoft.com/office/drawing/2014/main" id="{1D4FB6FD-0D78-2F14-EC30-9013875CFD4A}"/>
              </a:ext>
            </a:extLst>
          </p:cNvPr>
          <p:cNvSpPr/>
          <p:nvPr userDrawn="1"/>
        </p:nvSpPr>
        <p:spPr>
          <a:xfrm>
            <a:off x="439938" y="439388"/>
            <a:ext cx="6675120" cy="5769864"/>
          </a:xfrm>
          <a:prstGeom prst="frame">
            <a:avLst>
              <a:gd name="adj1" fmla="val 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713897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6"/>
            <a:ext cx="10058400" cy="1097280"/>
          </a:xfrm>
        </p:spPr>
        <p:txBody>
          <a:bodyPr wrap="square" anchor="ctr" anchorCtr="0">
            <a:normAutofit/>
          </a:bodyPr>
          <a:lstStyle>
            <a:lvl1pPr algn="ctr">
              <a:defRPr/>
            </a:lvl1pPr>
          </a:lstStyle>
          <a:p>
            <a:pPr algn="ctr"/>
            <a:r>
              <a:rPr lang="en-US" dirty="0"/>
              <a:t>Click to add title</a:t>
            </a:r>
          </a:p>
        </p:txBody>
      </p: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711243" y="2287435"/>
            <a:ext cx="8769514" cy="3768195"/>
          </a:xfrm>
        </p:spPr>
        <p:txBody>
          <a:bodyPr tIns="182880">
            <a:noAutofit/>
          </a:bodyPr>
          <a:lstStyle>
            <a:lvl1pPr marL="283464" indent="-283464">
              <a:lnSpc>
                <a:spcPct val="100000"/>
              </a:lnSpc>
              <a:spcBef>
                <a:spcPts val="1000"/>
              </a:spcBef>
              <a:defRPr sz="1800"/>
            </a:lvl1pPr>
            <a:lvl2pPr marL="283464">
              <a:lnSpc>
                <a:spcPct val="100000"/>
              </a:lnSpc>
              <a:spcBef>
                <a:spcPts val="1000"/>
              </a:spcBef>
              <a:defRPr sz="1800"/>
            </a:lvl2pPr>
            <a:lvl3pPr indent="-283464">
              <a:lnSpc>
                <a:spcPct val="100000"/>
              </a:lnSpc>
              <a:spcBef>
                <a:spcPts val="1000"/>
              </a:spcBef>
              <a:defRPr sz="1800"/>
            </a:lvl3pPr>
            <a:lvl4pPr>
              <a:lnSpc>
                <a:spcPct val="100000"/>
              </a:lnSpc>
              <a:spcBef>
                <a:spcPts val="1000"/>
              </a:spcBef>
              <a:defRPr sz="1800"/>
            </a:lvl4pPr>
            <a:lvl5pPr indent="-283464">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6" name="Rectangle 5">
            <a:extLst>
              <a:ext uri="{FF2B5EF4-FFF2-40B4-BE49-F238E27FC236}">
                <a16:creationId xmlns:a16="http://schemas.microsoft.com/office/drawing/2014/main" id="{2B2C7C83-D77B-1EFF-5877-DB5DF792E80B}"/>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9965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C2262EB2-92F3-45D5-977D-A254F9DC45B3}"/>
              </a:ext>
            </a:extLst>
          </p:cNvPr>
          <p:cNvSpPr>
            <a:spLocks noGrp="1"/>
          </p:cNvSpPr>
          <p:nvPr>
            <p:ph type="title" hasCustomPrompt="1"/>
          </p:nvPr>
        </p:nvSpPr>
        <p:spPr>
          <a:xfrm>
            <a:off x="4984750" y="548640"/>
            <a:ext cx="6120000" cy="1371600"/>
          </a:xfrm>
        </p:spPr>
        <p:txBody>
          <a:bodyPr anchor="b" anchorCtr="0">
            <a:noAutofit/>
          </a:bodyPr>
          <a:lstStyle>
            <a:lvl1pPr algn="ctr">
              <a:defRPr/>
            </a:lvl1pPr>
          </a:lstStyle>
          <a:p>
            <a:pPr algn="ctr"/>
            <a:r>
              <a:rPr lang="en-US" dirty="0"/>
              <a:t>Click to add title</a:t>
            </a:r>
          </a:p>
        </p:txBody>
      </p:sp>
      <p:sp>
        <p:nvSpPr>
          <p:cNvPr id="42" name="Picture Placeholder 7">
            <a:extLst>
              <a:ext uri="{FF2B5EF4-FFF2-40B4-BE49-F238E27FC236}">
                <a16:creationId xmlns:a16="http://schemas.microsoft.com/office/drawing/2014/main" id="{08B7B76C-AD95-41C0-859E-9A612EE3EB69}"/>
              </a:ext>
            </a:extLst>
          </p:cNvPr>
          <p:cNvSpPr>
            <a:spLocks noGrp="1"/>
          </p:cNvSpPr>
          <p:nvPr>
            <p:ph type="pic" sz="quarter" idx="13" hasCustomPrompt="1"/>
          </p:nvPr>
        </p:nvSpPr>
        <p:spPr>
          <a:xfrm>
            <a:off x="0" y="0"/>
            <a:ext cx="3870325" cy="6858000"/>
          </a:xfrm>
        </p:spPr>
        <p:txBody>
          <a:bodyPr>
            <a:normAutofit/>
          </a:bodyPr>
          <a:lstStyle>
            <a:lvl1pPr marL="0" indent="0" algn="ctr">
              <a:buNone/>
              <a:defRPr sz="1800"/>
            </a:lvl1pPr>
          </a:lstStyle>
          <a:p>
            <a:r>
              <a:rPr lang="en-US" dirty="0"/>
              <a:t>Click icon to add photo</a:t>
            </a:r>
          </a:p>
        </p:txBody>
      </p:sp>
      <p:cxnSp>
        <p:nvCxnSpPr>
          <p:cNvPr id="37" name="Straight Connector 36">
            <a:extLst>
              <a:ext uri="{FF2B5EF4-FFF2-40B4-BE49-F238E27FC236}">
                <a16:creationId xmlns:a16="http://schemas.microsoft.com/office/drawing/2014/main" id="{FAF4E51F-526D-47C7-B091-D47773C1FEB8}"/>
              </a:ext>
              <a:ext uri="{C183D7F6-B498-43B3-948B-1728B52AA6E4}">
                <adec:decorative xmlns:adec="http://schemas.microsoft.com/office/drawing/2017/decorative" val="1"/>
              </a:ext>
            </a:extLst>
          </p:cNvPr>
          <p:cNvCxnSpPr>
            <a:cxnSpLocks/>
          </p:cNvCxnSpPr>
          <p:nvPr userDrawn="1"/>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Content Placeholder 2">
            <a:extLst>
              <a:ext uri="{FF2B5EF4-FFF2-40B4-BE49-F238E27FC236}">
                <a16:creationId xmlns:a16="http://schemas.microsoft.com/office/drawing/2014/main" id="{E4FE061B-0356-4C6F-A2CA-12D48BE34A15}"/>
              </a:ext>
            </a:extLst>
          </p:cNvPr>
          <p:cNvSpPr>
            <a:spLocks noGrp="1"/>
          </p:cNvSpPr>
          <p:nvPr>
            <p:ph idx="1" hasCustomPrompt="1"/>
          </p:nvPr>
        </p:nvSpPr>
        <p:spPr>
          <a:xfrm>
            <a:off x="4984750" y="2759076"/>
            <a:ext cx="6121400" cy="3009899"/>
          </a:xfrm>
        </p:spPr>
        <p:txBody>
          <a:bodyPr>
            <a:noAutofit/>
          </a:bodyPr>
          <a:lstStyle>
            <a:lvl1pPr marL="0" indent="0">
              <a:lnSpc>
                <a:spcPct val="100000"/>
              </a:lnSpc>
              <a:spcBef>
                <a:spcPts val="1000"/>
              </a:spcBef>
              <a:buNone/>
              <a:defRPr sz="1800"/>
            </a:lvl1pPr>
            <a:lvl2pPr>
              <a:lnSpc>
                <a:spcPct val="100000"/>
              </a:lnSpc>
              <a:spcBef>
                <a:spcPts val="1000"/>
              </a:spcBef>
              <a:defRPr sz="1800"/>
            </a:lvl2pPr>
            <a:lvl3pPr>
              <a:lnSpc>
                <a:spcPct val="100000"/>
              </a:lnSpc>
              <a:spcBef>
                <a:spcPts val="1000"/>
              </a:spcBef>
              <a:defRPr sz="1800"/>
            </a:lvl3pPr>
            <a:lvl4pPr>
              <a:lnSpc>
                <a:spcPct val="100000"/>
              </a:lnSpc>
              <a:spcBef>
                <a:spcPts val="1000"/>
              </a:spcBef>
              <a:defRPr sz="1800"/>
            </a:lvl4pPr>
            <a:lvl5pPr>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39" name="Date Placeholder 3">
            <a:extLst>
              <a:ext uri="{FF2B5EF4-FFF2-40B4-BE49-F238E27FC236}">
                <a16:creationId xmlns:a16="http://schemas.microsoft.com/office/drawing/2014/main" id="{C9AB8836-3239-49B5-AB6F-4AF85F1F0654}"/>
              </a:ext>
            </a:extLst>
          </p:cNvPr>
          <p:cNvSpPr>
            <a:spLocks noGrp="1"/>
          </p:cNvSpPr>
          <p:nvPr>
            <p:ph type="dt" sz="half" idx="10"/>
          </p:nvPr>
        </p:nvSpPr>
        <p:spPr>
          <a:xfrm>
            <a:off x="541338" y="6401999"/>
            <a:ext cx="2206625" cy="369332"/>
          </a:xfrm>
        </p:spPr>
        <p:txBody>
          <a:bodyPr/>
          <a:lstStyle>
            <a:lvl1pPr>
              <a:defRPr>
                <a:effectLst>
                  <a:outerShdw blurRad="38100" dist="38100" dir="2700000" algn="tl">
                    <a:srgbClr val="000000">
                      <a:alpha val="43137"/>
                    </a:srgbClr>
                  </a:outerShdw>
                </a:effectLst>
              </a:defRPr>
            </a:lvl1pPr>
          </a:lstStyle>
          <a:p>
            <a:r>
              <a:rPr lang="en-US">
                <a:solidFill>
                  <a:srgbClr val="FFFFFF"/>
                </a:solidFill>
              </a:rPr>
              <a:t>20XX</a:t>
            </a:r>
            <a:endParaRPr lang="en-US" dirty="0">
              <a:solidFill>
                <a:srgbClr val="FFFFFF"/>
              </a:solidFill>
            </a:endParaRPr>
          </a:p>
        </p:txBody>
      </p:sp>
      <p:sp>
        <p:nvSpPr>
          <p:cNvPr id="40" name="Footer Placeholder 4">
            <a:extLst>
              <a:ext uri="{FF2B5EF4-FFF2-40B4-BE49-F238E27FC236}">
                <a16:creationId xmlns:a16="http://schemas.microsoft.com/office/drawing/2014/main" id="{77EAD6AC-E509-49A1-8E38-1CABD458AA0F}"/>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41" name="Slide Number Placeholder 5">
            <a:extLst>
              <a:ext uri="{FF2B5EF4-FFF2-40B4-BE49-F238E27FC236}">
                <a16:creationId xmlns:a16="http://schemas.microsoft.com/office/drawing/2014/main" id="{B689B03B-F230-4530-8C09-EFB8172382F2}"/>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1666164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EF848A-75B5-49A0-A26E-E3931F22D975}"/>
              </a:ext>
            </a:extLst>
          </p:cNvPr>
          <p:cNvSpPr>
            <a:spLocks noGrp="1"/>
          </p:cNvSpPr>
          <p:nvPr>
            <p:ph type="ctrTitle" hasCustomPrompt="1"/>
          </p:nvPr>
        </p:nvSpPr>
        <p:spPr>
          <a:xfrm>
            <a:off x="3870326" y="539751"/>
            <a:ext cx="4451349" cy="2082226"/>
          </a:xfrm>
        </p:spPr>
        <p:txBody>
          <a:bodyPr anchor="b"/>
          <a:lstStyle>
            <a:lvl1pPr algn="ctr">
              <a:defRPr/>
            </a:lvl1pPr>
          </a:lstStyle>
          <a:p>
            <a:r>
              <a:rPr lang="en-US" dirty="0"/>
              <a:t>Click to add title</a:t>
            </a:r>
          </a:p>
        </p:txBody>
      </p:sp>
      <p:sp>
        <p:nvSpPr>
          <p:cNvPr id="8" name="Subtitle 7">
            <a:extLst>
              <a:ext uri="{FF2B5EF4-FFF2-40B4-BE49-F238E27FC236}">
                <a16:creationId xmlns:a16="http://schemas.microsoft.com/office/drawing/2014/main" id="{0D20A319-635D-423F-BBAC-55CDC1785605}"/>
              </a:ext>
            </a:extLst>
          </p:cNvPr>
          <p:cNvSpPr>
            <a:spLocks noGrp="1"/>
          </p:cNvSpPr>
          <p:nvPr>
            <p:ph type="subTitle" idx="1" hasCustomPrompt="1"/>
          </p:nvPr>
        </p:nvSpPr>
        <p:spPr>
          <a:xfrm>
            <a:off x="3870326" y="4248000"/>
            <a:ext cx="4451349" cy="2082226"/>
          </a:xfrm>
        </p:spPr>
        <p:txBody>
          <a:bodyPr>
            <a:normAutofit/>
          </a:bodyPr>
          <a:lstStyle>
            <a:lvl1pPr marL="0" indent="0" algn="ctr">
              <a:buNone/>
              <a:defRPr sz="1800" i="1"/>
            </a:lvl1pPr>
          </a:lstStyle>
          <a:p>
            <a:r>
              <a:rPr lang="en-US" dirty="0"/>
              <a:t>Click to add subtitle</a:t>
            </a:r>
          </a:p>
        </p:txBody>
      </p:sp>
      <p:grpSp>
        <p:nvGrpSpPr>
          <p:cNvPr id="24" name="Group 23">
            <a:extLst>
              <a:ext uri="{FF2B5EF4-FFF2-40B4-BE49-F238E27FC236}">
                <a16:creationId xmlns:a16="http://schemas.microsoft.com/office/drawing/2014/main" id="{31AFB269-EE5A-41D3-BCD6-D9F59CE699B7}"/>
              </a:ext>
              <a:ext uri="{C183D7F6-B498-43B3-948B-1728B52AA6E4}">
                <adec:decorative xmlns:adec="http://schemas.microsoft.com/office/drawing/2017/decorative" val="1"/>
              </a:ext>
            </a:extLst>
          </p:cNvPr>
          <p:cNvGrpSpPr/>
          <p:nvPr userDrawn="1"/>
        </p:nvGrpSpPr>
        <p:grpSpPr>
          <a:xfrm>
            <a:off x="5354952" y="3043393"/>
            <a:ext cx="1481845" cy="787628"/>
            <a:chOff x="4987925" y="2840038"/>
            <a:chExt cx="2216150" cy="1177924"/>
          </a:xfrm>
        </p:grpSpPr>
        <p:sp>
          <p:nvSpPr>
            <p:cNvPr id="28" name="Rectangle 27">
              <a:extLst>
                <a:ext uri="{FF2B5EF4-FFF2-40B4-BE49-F238E27FC236}">
                  <a16:creationId xmlns:a16="http://schemas.microsoft.com/office/drawing/2014/main" id="{45469245-EBD6-4BF4-B555-140F59F51604}"/>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9" name="Rectangle 28">
              <a:extLst>
                <a:ext uri="{FF2B5EF4-FFF2-40B4-BE49-F238E27FC236}">
                  <a16:creationId xmlns:a16="http://schemas.microsoft.com/office/drawing/2014/main" id="{469BCC58-7D38-43ED-B78C-2D780660AA2B}"/>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0" name="Rectangle 29">
              <a:extLst>
                <a:ext uri="{FF2B5EF4-FFF2-40B4-BE49-F238E27FC236}">
                  <a16:creationId xmlns:a16="http://schemas.microsoft.com/office/drawing/2014/main" id="{0A8F2EBB-150B-4044-A215-E7B7EAD742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33" name="Group 32">
              <a:extLst>
                <a:ext uri="{FF2B5EF4-FFF2-40B4-BE49-F238E27FC236}">
                  <a16:creationId xmlns:a16="http://schemas.microsoft.com/office/drawing/2014/main" id="{E3CC0AD8-7413-4C81-9A62-702945CC3BE8}"/>
                </a:ext>
              </a:extLst>
            </p:cNvPr>
            <p:cNvGrpSpPr/>
            <p:nvPr/>
          </p:nvGrpSpPr>
          <p:grpSpPr>
            <a:xfrm>
              <a:off x="5614944" y="3117662"/>
              <a:ext cx="1009280" cy="464739"/>
              <a:chOff x="4432859" y="3200647"/>
              <a:chExt cx="1009280" cy="464739"/>
            </a:xfrm>
          </p:grpSpPr>
          <p:sp>
            <p:nvSpPr>
              <p:cNvPr id="41" name="Freeform: Shape 40">
                <a:extLst>
                  <a:ext uri="{FF2B5EF4-FFF2-40B4-BE49-F238E27FC236}">
                    <a16:creationId xmlns:a16="http://schemas.microsoft.com/office/drawing/2014/main" id="{2502799B-0C00-4D54-A631-1E79EAA52AFC}"/>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2" name="Freeform: Shape 41">
                <a:extLst>
                  <a:ext uri="{FF2B5EF4-FFF2-40B4-BE49-F238E27FC236}">
                    <a16:creationId xmlns:a16="http://schemas.microsoft.com/office/drawing/2014/main" id="{64E9F509-6627-4770-8A74-970F83C54B15}"/>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34" name="Group 33">
              <a:extLst>
                <a:ext uri="{FF2B5EF4-FFF2-40B4-BE49-F238E27FC236}">
                  <a16:creationId xmlns:a16="http://schemas.microsoft.com/office/drawing/2014/main" id="{5C187A2A-8F72-40F1-B320-D3B624B54859}"/>
                </a:ext>
              </a:extLst>
            </p:cNvPr>
            <p:cNvGrpSpPr/>
            <p:nvPr/>
          </p:nvGrpSpPr>
          <p:grpSpPr>
            <a:xfrm>
              <a:off x="5679979" y="2915338"/>
              <a:ext cx="1080000" cy="1080000"/>
              <a:chOff x="4497894" y="2998323"/>
              <a:chExt cx="1080000" cy="1080000"/>
            </a:xfrm>
          </p:grpSpPr>
          <p:grpSp>
            <p:nvGrpSpPr>
              <p:cNvPr id="35" name="Group 34">
                <a:extLst>
                  <a:ext uri="{FF2B5EF4-FFF2-40B4-BE49-F238E27FC236}">
                    <a16:creationId xmlns:a16="http://schemas.microsoft.com/office/drawing/2014/main" id="{038DCBEB-9435-4A10-828C-CBFA74A08708}"/>
                  </a:ext>
                </a:extLst>
              </p:cNvPr>
              <p:cNvGrpSpPr/>
              <p:nvPr/>
            </p:nvGrpSpPr>
            <p:grpSpPr>
              <a:xfrm rot="13500000">
                <a:off x="4805524" y="2998323"/>
                <a:ext cx="464739" cy="1080000"/>
                <a:chOff x="4511184" y="2470620"/>
                <a:chExt cx="464739" cy="1080000"/>
              </a:xfrm>
            </p:grpSpPr>
            <p:sp>
              <p:nvSpPr>
                <p:cNvPr id="39" name="Freeform: Shape 38">
                  <a:extLst>
                    <a:ext uri="{FF2B5EF4-FFF2-40B4-BE49-F238E27FC236}">
                      <a16:creationId xmlns:a16="http://schemas.microsoft.com/office/drawing/2014/main" id="{A8CE8E01-DABF-4783-A397-EDB1A91E2950}"/>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40" name="Straight Connector 39">
                  <a:extLst>
                    <a:ext uri="{FF2B5EF4-FFF2-40B4-BE49-F238E27FC236}">
                      <a16:creationId xmlns:a16="http://schemas.microsoft.com/office/drawing/2014/main" id="{6401896A-2EF5-4843-9DC5-ECC0D6F6A7F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FB7C02DC-3E0A-45D2-859A-86EB5A3CF979}"/>
                  </a:ext>
                </a:extLst>
              </p:cNvPr>
              <p:cNvGrpSpPr/>
              <p:nvPr/>
            </p:nvGrpSpPr>
            <p:grpSpPr>
              <a:xfrm rot="8100000" flipH="1">
                <a:off x="4542572" y="2998323"/>
                <a:ext cx="464739" cy="1080000"/>
                <a:chOff x="4511184" y="2470620"/>
                <a:chExt cx="464739" cy="1080000"/>
              </a:xfrm>
            </p:grpSpPr>
            <p:sp>
              <p:nvSpPr>
                <p:cNvPr id="37" name="Freeform: Shape 36">
                  <a:extLst>
                    <a:ext uri="{FF2B5EF4-FFF2-40B4-BE49-F238E27FC236}">
                      <a16:creationId xmlns:a16="http://schemas.microsoft.com/office/drawing/2014/main" id="{C5170D8C-ECD3-41D1-83F4-8C2A4AEC277D}"/>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8" name="Straight Connector 37">
                  <a:extLst>
                    <a:ext uri="{FF2B5EF4-FFF2-40B4-BE49-F238E27FC236}">
                      <a16:creationId xmlns:a16="http://schemas.microsoft.com/office/drawing/2014/main" id="{BADB4C03-0F86-4580-B0C9-48DD4B3B67FF}"/>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3661083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a:xfrm>
            <a:off x="1451579" y="329307"/>
            <a:ext cx="5626774" cy="309201"/>
          </a:xfrm>
        </p:spPr>
        <p:txBody>
          <a:bodyPr/>
          <a:lstStyle/>
          <a:p>
            <a:endParaRPr lang="en-US" dirty="0"/>
          </a:p>
        </p:txBody>
      </p:sp>
      <p:sp>
        <p:nvSpPr>
          <p:cNvPr id="6" name="Slide Number Placeholder 5"/>
          <p:cNvSpPr>
            <a:spLocks noGrp="1"/>
          </p:cNvSpPr>
          <p:nvPr>
            <p:ph type="sldNum" sz="quarter" idx="12"/>
          </p:nvPr>
        </p:nvSpPr>
        <p:spPr>
          <a:xfrm>
            <a:off x="476834" y="798973"/>
            <a:ext cx="811019" cy="503578"/>
          </a:xfr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48494616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176744177"/>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63932679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42164629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53305568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71969941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901547845"/>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4506073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20XX</a:t>
            </a:r>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706322728"/>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4921710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244144881"/>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6"/>
            <a:ext cx="10058400" cy="1097280"/>
          </a:xfrm>
        </p:spPr>
        <p:txBody>
          <a:bodyPr wrap="square" anchor="ctr" anchorCtr="0">
            <a:normAutofit/>
          </a:bodyPr>
          <a:lstStyle>
            <a:lvl1pPr algn="ctr">
              <a:defRPr/>
            </a:lvl1pPr>
          </a:lstStyle>
          <a:p>
            <a:pPr algn="ctr"/>
            <a:r>
              <a:rPr lang="en-US" dirty="0"/>
              <a:t>Click to add title</a:t>
            </a:r>
          </a:p>
        </p:txBody>
      </p: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711243" y="2287435"/>
            <a:ext cx="8769514" cy="3768195"/>
          </a:xfrm>
        </p:spPr>
        <p:txBody>
          <a:bodyPr tIns="182880">
            <a:noAutofit/>
          </a:bodyPr>
          <a:lstStyle>
            <a:lvl1pPr marL="283464" indent="-283464">
              <a:lnSpc>
                <a:spcPct val="100000"/>
              </a:lnSpc>
              <a:spcBef>
                <a:spcPts val="1000"/>
              </a:spcBef>
              <a:defRPr sz="1800"/>
            </a:lvl1pPr>
            <a:lvl2pPr marL="283464">
              <a:lnSpc>
                <a:spcPct val="100000"/>
              </a:lnSpc>
              <a:spcBef>
                <a:spcPts val="1000"/>
              </a:spcBef>
              <a:defRPr sz="1800"/>
            </a:lvl2pPr>
            <a:lvl3pPr indent="-283464">
              <a:lnSpc>
                <a:spcPct val="100000"/>
              </a:lnSpc>
              <a:spcBef>
                <a:spcPts val="1000"/>
              </a:spcBef>
              <a:defRPr sz="1800"/>
            </a:lvl3pPr>
            <a:lvl4pPr>
              <a:lnSpc>
                <a:spcPct val="100000"/>
              </a:lnSpc>
              <a:spcBef>
                <a:spcPts val="1000"/>
              </a:spcBef>
              <a:defRPr sz="1800"/>
            </a:lvl4pPr>
            <a:lvl5pPr indent="-283464">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6" name="Rectangle 5">
            <a:extLst>
              <a:ext uri="{FF2B5EF4-FFF2-40B4-BE49-F238E27FC236}">
                <a16:creationId xmlns:a16="http://schemas.microsoft.com/office/drawing/2014/main" id="{2B2C7C83-D77B-1EFF-5877-DB5DF792E80B}"/>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300446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a:xfrm>
            <a:off x="1451579" y="329307"/>
            <a:ext cx="5626774" cy="309201"/>
          </a:xfrm>
        </p:spPr>
        <p:txBody>
          <a:bodyPr/>
          <a:lstStyle/>
          <a:p>
            <a:endParaRPr lang="en-US" dirty="0"/>
          </a:p>
        </p:txBody>
      </p:sp>
      <p:sp>
        <p:nvSpPr>
          <p:cNvPr id="6" name="Slide Number Placeholder 5"/>
          <p:cNvSpPr>
            <a:spLocks noGrp="1"/>
          </p:cNvSpPr>
          <p:nvPr>
            <p:ph type="sldNum" sz="quarter" idx="12"/>
          </p:nvPr>
        </p:nvSpPr>
        <p:spPr>
          <a:xfrm>
            <a:off x="476834" y="798973"/>
            <a:ext cx="811019" cy="503578"/>
          </a:xfrm>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35864729"/>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53368679"/>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216055939"/>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535898869"/>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868397239"/>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445793952"/>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012744578"/>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635004879"/>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20XX</a:t>
            </a:r>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451601361"/>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651200691"/>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125053422"/>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1066800" y="777246"/>
            <a:ext cx="10058400" cy="1097280"/>
          </a:xfrm>
        </p:spPr>
        <p:txBody>
          <a:bodyPr wrap="square" anchor="ctr" anchorCtr="0">
            <a:normAutofit/>
          </a:bodyPr>
          <a:lstStyle>
            <a:lvl1pPr algn="ctr">
              <a:defRPr/>
            </a:lvl1pPr>
          </a:lstStyle>
          <a:p>
            <a:pPr algn="ctr"/>
            <a:r>
              <a:rPr lang="en-US" dirty="0"/>
              <a:t>Click to add title</a:t>
            </a:r>
          </a:p>
        </p:txBody>
      </p:sp>
      <p:sp>
        <p:nvSpPr>
          <p:cNvPr id="5" name="Content Placeholder 3">
            <a:extLst>
              <a:ext uri="{FF2B5EF4-FFF2-40B4-BE49-F238E27FC236}">
                <a16:creationId xmlns:a16="http://schemas.microsoft.com/office/drawing/2014/main" id="{F2B970E0-2BF6-DE0A-33F2-E136830CC0F2}"/>
              </a:ext>
            </a:extLst>
          </p:cNvPr>
          <p:cNvSpPr>
            <a:spLocks noGrp="1"/>
          </p:cNvSpPr>
          <p:nvPr>
            <p:ph sz="quarter" idx="17" hasCustomPrompt="1"/>
          </p:nvPr>
        </p:nvSpPr>
        <p:spPr>
          <a:xfrm>
            <a:off x="1711243" y="2287435"/>
            <a:ext cx="8769514" cy="3768195"/>
          </a:xfrm>
        </p:spPr>
        <p:txBody>
          <a:bodyPr tIns="182880">
            <a:noAutofit/>
          </a:bodyPr>
          <a:lstStyle>
            <a:lvl1pPr marL="283464" indent="-283464">
              <a:lnSpc>
                <a:spcPct val="100000"/>
              </a:lnSpc>
              <a:spcBef>
                <a:spcPts val="1000"/>
              </a:spcBef>
              <a:defRPr sz="1800"/>
            </a:lvl1pPr>
            <a:lvl2pPr marL="283464">
              <a:lnSpc>
                <a:spcPct val="100000"/>
              </a:lnSpc>
              <a:spcBef>
                <a:spcPts val="1000"/>
              </a:spcBef>
              <a:defRPr sz="1800"/>
            </a:lvl2pPr>
            <a:lvl3pPr indent="-283464">
              <a:lnSpc>
                <a:spcPct val="100000"/>
              </a:lnSpc>
              <a:spcBef>
                <a:spcPts val="1000"/>
              </a:spcBef>
              <a:defRPr sz="1800"/>
            </a:lvl3pPr>
            <a:lvl4pPr>
              <a:lnSpc>
                <a:spcPct val="100000"/>
              </a:lnSpc>
              <a:spcBef>
                <a:spcPts val="1000"/>
              </a:spcBef>
              <a:defRPr sz="1800"/>
            </a:lvl4pPr>
            <a:lvl5pPr indent="-283464">
              <a:lnSpc>
                <a:spcPct val="1000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20574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6" name="Rectangle 5">
            <a:extLst>
              <a:ext uri="{FF2B5EF4-FFF2-40B4-BE49-F238E27FC236}">
                <a16:creationId xmlns:a16="http://schemas.microsoft.com/office/drawing/2014/main" id="{2B2C7C83-D77B-1EFF-5877-DB5DF792E80B}"/>
              </a:ext>
              <a:ext uri="{C183D7F6-B498-43B3-948B-1728B52AA6E4}">
                <adec:decorative xmlns:adec="http://schemas.microsoft.com/office/drawing/2017/decorative" val="1"/>
              </a:ext>
            </a:extLst>
          </p:cNvPr>
          <p:cNvSpPr/>
          <p:nvPr userDrawn="1"/>
        </p:nvSpPr>
        <p:spPr>
          <a:xfrm>
            <a:off x="541163" y="548640"/>
            <a:ext cx="11109674" cy="574929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1395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theme" Target="../theme/theme3.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20XX</a:t>
            </a:r>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39607A7-8386-47DB-8578-DDEDD194E5D4}"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5923909"/>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9" r:id="rId16"/>
    <p:sldLayoutId id="2147483823" r:id="rId17"/>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20XX</a:t>
            </a:r>
            <a:endParaRPr lang="en-US" dirty="0"/>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39607A7-8386-47DB-8578-DDEDD194E5D4}" type="slidenum">
              <a:rPr lang="en-US" smtClean="0"/>
              <a:pPr/>
              <a:t>‹#›</a:t>
            </a:fld>
            <a:endParaRPr lang="en-US" dirty="0"/>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8215625"/>
      </p:ext>
    </p:extLst>
  </p:cSld>
  <p:clrMap bg1="dk1" tx1="lt1" bg2="dk2" tx2="lt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Lst>
  <p:hf sldNum="0" hdr="0" ftr="0" dt="0"/>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20XX</a:t>
            </a:r>
            <a:endParaRPr lang="en-US" dirty="0"/>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39607A7-8386-47DB-8578-DDEDD194E5D4}" type="slidenum">
              <a:rPr lang="en-US" smtClean="0"/>
              <a:pPr/>
              <a:t>‹#›</a:t>
            </a:fld>
            <a:endParaRPr lang="en-US" dirty="0"/>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111654"/>
      </p:ext>
    </p:extLst>
  </p:cSld>
  <p:clrMap bg1="dk1" tx1="lt1" bg2="dk2" tx2="lt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Lst>
  <p:hf sldNum="0" hdr="0" ftr="0" dt="0"/>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24" name="Picture 23" descr="Peacock with large feathers">
            <a:extLst>
              <a:ext uri="{FF2B5EF4-FFF2-40B4-BE49-F238E27FC236}">
                <a16:creationId xmlns:a16="http://schemas.microsoft.com/office/drawing/2014/main" id="{10DB5C17-AA65-E757-DB13-53A7B18A5152}"/>
              </a:ext>
            </a:extLst>
          </p:cNvPr>
          <p:cNvPicPr>
            <a:picLocks noChangeAspect="1"/>
          </p:cNvPicPr>
          <p:nvPr/>
        </p:nvPicPr>
        <p:blipFill>
          <a:blip r:embed="rId3"/>
          <a:srcRect t="2171" r="-1" b="-1"/>
          <a:stretch>
            <a:fillRect/>
          </a:stretch>
        </p:blipFill>
        <p:spPr>
          <a:xfrm>
            <a:off x="20" y="10"/>
            <a:ext cx="12191675" cy="6857990"/>
          </a:xfrm>
          <a:prstGeom prst="rect">
            <a:avLst/>
          </a:prstGeom>
        </p:spPr>
      </p:pic>
      <p:sp>
        <p:nvSpPr>
          <p:cNvPr id="2" name="Title 1">
            <a:extLst>
              <a:ext uri="{FF2B5EF4-FFF2-40B4-BE49-F238E27FC236}">
                <a16:creationId xmlns:a16="http://schemas.microsoft.com/office/drawing/2014/main" id="{D8E381C4-F52E-F586-1465-77001CB91EEC}"/>
              </a:ext>
            </a:extLst>
          </p:cNvPr>
          <p:cNvSpPr>
            <a:spLocks noGrp="1"/>
          </p:cNvSpPr>
          <p:nvPr>
            <p:ph type="ctrTitle"/>
          </p:nvPr>
        </p:nvSpPr>
        <p:spPr>
          <a:xfrm>
            <a:off x="6094412" y="5239131"/>
            <a:ext cx="5279490" cy="960087"/>
          </a:xfrm>
        </p:spPr>
        <p:txBody>
          <a:bodyPr vert="horz" lIns="91440" tIns="45720" rIns="91440" bIns="45720" rtlCol="0" anchor="t">
            <a:normAutofit fontScale="90000"/>
          </a:bodyPr>
          <a:lstStyle/>
          <a:p>
            <a:pPr algn="r"/>
            <a:r>
              <a:rPr lang="en-US" sz="3300" b="1">
                <a:solidFill>
                  <a:schemeClr val="bg1">
                    <a:lumMod val="95000"/>
                  </a:schemeClr>
                </a:solidFill>
                <a:highlight>
                  <a:srgbClr val="800000"/>
                </a:highlight>
              </a:rPr>
              <a:t> </a:t>
            </a:r>
            <a:r>
              <a:rPr lang="en-US" sz="4000" b="1" dirty="0">
                <a:solidFill>
                  <a:schemeClr val="bg1">
                    <a:lumMod val="95000"/>
                  </a:schemeClr>
                </a:solidFill>
                <a:highlight>
                  <a:srgbClr val="800000"/>
                </a:highlight>
              </a:rPr>
              <a:t>peacock</a:t>
            </a:r>
            <a:br>
              <a:rPr lang="en-US" sz="1500" b="1" dirty="0">
                <a:solidFill>
                  <a:schemeClr val="bg1">
                    <a:lumMod val="95000"/>
                  </a:schemeClr>
                </a:solidFill>
                <a:highlight>
                  <a:srgbClr val="800000"/>
                </a:highlight>
              </a:rPr>
            </a:br>
            <a:br>
              <a:rPr lang="en-US" sz="1500" b="1" dirty="0">
                <a:solidFill>
                  <a:schemeClr val="bg1">
                    <a:lumMod val="95000"/>
                  </a:schemeClr>
                </a:solidFill>
                <a:highlight>
                  <a:srgbClr val="800000"/>
                </a:highlight>
              </a:rPr>
            </a:br>
            <a:r>
              <a:rPr lang="en-US" sz="1500" b="1" dirty="0">
                <a:solidFill>
                  <a:schemeClr val="bg1">
                    <a:lumMod val="95000"/>
                  </a:schemeClr>
                </a:solidFill>
                <a:highlight>
                  <a:srgbClr val="800000"/>
                </a:highlight>
              </a:rPr>
              <a:t>reach your dream</a:t>
            </a:r>
            <a:br>
              <a:rPr lang="en-US" sz="1500" b="1" dirty="0">
                <a:solidFill>
                  <a:srgbClr val="FFFFFE"/>
                </a:solidFill>
                <a:highlight>
                  <a:srgbClr val="800000"/>
                </a:highlight>
              </a:rPr>
            </a:br>
            <a:endParaRPr lang="en-US" sz="1500" b="1" dirty="0">
              <a:solidFill>
                <a:srgbClr val="FFFFFE"/>
              </a:solidFill>
              <a:highlight>
                <a:srgbClr val="800000"/>
              </a:highlight>
            </a:endParaRPr>
          </a:p>
        </p:txBody>
      </p:sp>
    </p:spTree>
    <p:extLst>
      <p:ext uri="{BB962C8B-B14F-4D97-AF65-F5344CB8AC3E}">
        <p14:creationId xmlns:p14="http://schemas.microsoft.com/office/powerpoint/2010/main" val="242061985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FD99598A-5A1F-7A52-8391-343D59BE9092}"/>
            </a:ext>
          </a:extLst>
        </p:cNvPr>
        <p:cNvGrpSpPr/>
        <p:nvPr/>
      </p:nvGrpSpPr>
      <p:grpSpPr>
        <a:xfrm>
          <a:off x="0" y="0"/>
          <a:ext cx="0" cy="0"/>
          <a:chOff x="0" y="0"/>
          <a:chExt cx="0" cy="0"/>
        </a:xfrm>
      </p:grpSpPr>
      <p:sp>
        <p:nvSpPr>
          <p:cNvPr id="116" name="Rectangle 115">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8" name="Picture 117">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20" name="Straight Connector 119">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Picture 4" descr="Peacock with colorful feathers">
            <a:extLst>
              <a:ext uri="{FF2B5EF4-FFF2-40B4-BE49-F238E27FC236}">
                <a16:creationId xmlns:a16="http://schemas.microsoft.com/office/drawing/2014/main" id="{C6C2FC1A-A199-DDEE-8A76-839745C486F0}"/>
              </a:ext>
            </a:extLst>
          </p:cNvPr>
          <p:cNvPicPr>
            <a:picLocks noChangeAspect="1"/>
          </p:cNvPicPr>
          <p:nvPr/>
        </p:nvPicPr>
        <p:blipFill>
          <a:blip r:embed="rId3"/>
          <a:srcRect l="9091" t="9012" b="14378"/>
          <a:stretch>
            <a:fillRect/>
          </a:stretch>
        </p:blipFill>
        <p:spPr>
          <a:xfrm>
            <a:off x="2" y="39338"/>
            <a:ext cx="12191695" cy="6857990"/>
          </a:xfrm>
          <a:prstGeom prst="rect">
            <a:avLst/>
          </a:prstGeom>
        </p:spPr>
      </p:pic>
      <p:sp>
        <p:nvSpPr>
          <p:cNvPr id="124" name="Rectangle 123">
            <a:extLst>
              <a:ext uri="{FF2B5EF4-FFF2-40B4-BE49-F238E27FC236}">
                <a16:creationId xmlns:a16="http://schemas.microsoft.com/office/drawing/2014/main" id="{368B8211-0B9F-4516-8771-3316E00DB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1643" y="636753"/>
            <a:ext cx="8299435" cy="5572811"/>
          </a:xfrm>
          <a:prstGeom prst="rect">
            <a:avLst/>
          </a:prstGeom>
          <a:solidFill>
            <a:srgbClr val="000001">
              <a:alpha val="74902"/>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B13A40-D7F3-52C8-F5A0-0446BE9F15B1}"/>
              </a:ext>
            </a:extLst>
          </p:cNvPr>
          <p:cNvSpPr>
            <a:spLocks noGrp="1"/>
          </p:cNvSpPr>
          <p:nvPr>
            <p:ph type="title"/>
          </p:nvPr>
        </p:nvSpPr>
        <p:spPr>
          <a:xfrm>
            <a:off x="4063421" y="804520"/>
            <a:ext cx="6815731" cy="1049235"/>
          </a:xfrm>
        </p:spPr>
        <p:txBody>
          <a:bodyPr vert="horz" lIns="91440" tIns="45720" rIns="91440" bIns="45720" rtlCol="0" anchor="t">
            <a:normAutofit/>
          </a:bodyPr>
          <a:lstStyle/>
          <a:p>
            <a:pPr algn="l"/>
            <a:r>
              <a:rPr lang="en-US">
                <a:solidFill>
                  <a:srgbClr val="FFFFFE"/>
                </a:solidFill>
              </a:rPr>
              <a:t>Why this brand name ?</a:t>
            </a:r>
          </a:p>
        </p:txBody>
      </p:sp>
      <p:cxnSp>
        <p:nvCxnSpPr>
          <p:cNvPr id="126" name="Straight Connector 125">
            <a:extLst>
              <a:ext uri="{FF2B5EF4-FFF2-40B4-BE49-F238E27FC236}">
                <a16:creationId xmlns:a16="http://schemas.microsoft.com/office/drawing/2014/main" id="{B7582E73-8B46-4A0E-944E-58357C8088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5789" y="1847088"/>
            <a:ext cx="6813363" cy="0"/>
          </a:xfrm>
          <a:prstGeom prst="line">
            <a:avLst/>
          </a:prstGeom>
          <a:ln w="31750">
            <a:solidFill>
              <a:srgbClr val="0D6AD4"/>
            </a:solidFill>
          </a:ln>
        </p:spPr>
        <p:style>
          <a:lnRef idx="3">
            <a:schemeClr val="accent1"/>
          </a:lnRef>
          <a:fillRef idx="0">
            <a:schemeClr val="accent1"/>
          </a:fillRef>
          <a:effectRef idx="2">
            <a:schemeClr val="accent1"/>
          </a:effectRef>
          <a:fontRef idx="minor">
            <a:schemeClr val="tx1"/>
          </a:fontRef>
        </p:style>
      </p:cxnSp>
      <p:sp>
        <p:nvSpPr>
          <p:cNvPr id="7" name="Content Placeholder 6">
            <a:extLst>
              <a:ext uri="{FF2B5EF4-FFF2-40B4-BE49-F238E27FC236}">
                <a16:creationId xmlns:a16="http://schemas.microsoft.com/office/drawing/2014/main" id="{BA1E6BC4-D634-B38E-5289-B95FB58A7DEE}"/>
              </a:ext>
            </a:extLst>
          </p:cNvPr>
          <p:cNvSpPr>
            <a:spLocks noGrp="1"/>
          </p:cNvSpPr>
          <p:nvPr>
            <p:ph sz="quarter" idx="17"/>
          </p:nvPr>
        </p:nvSpPr>
        <p:spPr>
          <a:xfrm>
            <a:off x="4063421" y="2015733"/>
            <a:ext cx="6815731" cy="4021267"/>
          </a:xfrm>
        </p:spPr>
        <p:txBody>
          <a:bodyPr vert="horz" lIns="91440" tIns="45720" rIns="91440" bIns="45720" rtlCol="0" anchor="t">
            <a:normAutofit/>
          </a:bodyPr>
          <a:lstStyle/>
          <a:p>
            <a:pPr lvl="0" indent="-228600">
              <a:lnSpc>
                <a:spcPct val="110000"/>
              </a:lnSpc>
              <a:buClr>
                <a:srgbClr val="0D6AD4"/>
              </a:buClr>
            </a:pPr>
            <a:r>
              <a:rPr lang="en-US" sz="1700" dirty="0">
                <a:solidFill>
                  <a:srgbClr val="FFFFFE"/>
                </a:solidFill>
              </a:rPr>
              <a:t>Peacocks are distinguished from other creatures in that during the mating season, the male spreads his tail (showcasing his abilities), and the female chooses the male with the longest tail and the most eye patterns, as this is an indication of his health. This is a perfect example of the relationship between every actor and a production company or casting office, where the actor presents his abilities and tries to highlight his uniqueness in the best possible way (the male), until the casting office (the  (female) selects him to perform the artistic work</a:t>
            </a:r>
          </a:p>
          <a:p>
            <a:pPr marL="0" lvl="0" indent="-228600">
              <a:lnSpc>
                <a:spcPct val="110000"/>
              </a:lnSpc>
              <a:buClr>
                <a:srgbClr val="0D6AD4"/>
              </a:buClr>
            </a:pPr>
            <a:endParaRPr lang="en-US" sz="1700" dirty="0">
              <a:solidFill>
                <a:srgbClr val="FFFFFE"/>
              </a:solidFill>
            </a:endParaRPr>
          </a:p>
          <a:p>
            <a:pPr indent="-228600">
              <a:lnSpc>
                <a:spcPct val="110000"/>
              </a:lnSpc>
              <a:buClr>
                <a:srgbClr val="0D6AD4"/>
              </a:buClr>
            </a:pPr>
            <a:r>
              <a:rPr lang="en-US" sz="1700" dirty="0">
                <a:solidFill>
                  <a:srgbClr val="FFFFFE"/>
                </a:solidFill>
              </a:rPr>
              <a:t>This name reflects a sense of elegance and distinction, which aligns with the brand, as it is unique of its kind in this field in Egypt and the Arab world.</a:t>
            </a:r>
          </a:p>
          <a:p>
            <a:pPr lvl="0" indent="-228600">
              <a:lnSpc>
                <a:spcPct val="110000"/>
              </a:lnSpc>
              <a:buClr>
                <a:srgbClr val="0D6AD4"/>
              </a:buClr>
            </a:pPr>
            <a:endParaRPr lang="en-US" sz="1700" dirty="0">
              <a:solidFill>
                <a:srgbClr val="FFFFFE"/>
              </a:solidFill>
            </a:endParaRPr>
          </a:p>
        </p:txBody>
      </p:sp>
    </p:spTree>
    <p:extLst>
      <p:ext uri="{BB962C8B-B14F-4D97-AF65-F5344CB8AC3E}">
        <p14:creationId xmlns:p14="http://schemas.microsoft.com/office/powerpoint/2010/main" val="104814688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8" name="Picture 37">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0" name="Straight Connector 39">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63" name="Rectangle 62">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6" name="Title 15">
            <a:extLst>
              <a:ext uri="{FF2B5EF4-FFF2-40B4-BE49-F238E27FC236}">
                <a16:creationId xmlns:a16="http://schemas.microsoft.com/office/drawing/2014/main" id="{B14C0111-86AA-B377-753D-02A3CA89F8E6}"/>
              </a:ext>
            </a:extLst>
          </p:cNvPr>
          <p:cNvSpPr>
            <a:spLocks noGrp="1"/>
          </p:cNvSpPr>
          <p:nvPr>
            <p:ph type="title"/>
          </p:nvPr>
        </p:nvSpPr>
        <p:spPr>
          <a:xfrm>
            <a:off x="812205" y="804519"/>
            <a:ext cx="3241820" cy="4431360"/>
          </a:xfrm>
        </p:spPr>
        <p:txBody>
          <a:bodyPr vert="horz" lIns="91440" tIns="45720" rIns="91440" bIns="45720" rtlCol="0" anchor="ctr">
            <a:normAutofit/>
          </a:bodyPr>
          <a:lstStyle/>
          <a:p>
            <a:pPr algn="l"/>
            <a:r>
              <a:rPr lang="en-US" b="0" i="0" kern="1200" cap="all" dirty="0">
                <a:solidFill>
                  <a:schemeClr val="tx1"/>
                </a:solidFill>
                <a:effectLst/>
                <a:latin typeface="+mj-lt"/>
                <a:ea typeface="+mj-ea"/>
                <a:cs typeface="+mj-cs"/>
              </a:rPr>
              <a:t>The core idea of the brand</a:t>
            </a:r>
          </a:p>
        </p:txBody>
      </p:sp>
      <p:cxnSp>
        <p:nvCxnSpPr>
          <p:cNvPr id="65" name="Straight Connector 64">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45156" y="890353"/>
            <a:ext cx="0" cy="4572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03252AFB-1364-05E7-C423-89DB466EDAD6}"/>
              </a:ext>
            </a:extLst>
          </p:cNvPr>
          <p:cNvSpPr>
            <a:spLocks noGrp="1"/>
          </p:cNvSpPr>
          <p:nvPr>
            <p:ph idx="1"/>
          </p:nvPr>
        </p:nvSpPr>
        <p:spPr>
          <a:xfrm>
            <a:off x="4637863" y="804520"/>
            <a:ext cx="6102559" cy="4431359"/>
          </a:xfrm>
        </p:spPr>
        <p:txBody>
          <a:bodyPr vert="horz" lIns="91440" tIns="45720" rIns="91440" bIns="45720" rtlCol="0" anchor="ctr">
            <a:normAutofit/>
          </a:bodyPr>
          <a:lstStyle/>
          <a:p>
            <a:pPr>
              <a:lnSpc>
                <a:spcPct val="120000"/>
              </a:lnSpc>
            </a:pPr>
            <a:r>
              <a:rPr lang="en-US" sz="2500" b="1" dirty="0"/>
              <a:t>We aim to make the experience for actors who are looking for an opportunity to appear on screen in a simple and professional way</a:t>
            </a:r>
          </a:p>
          <a:p>
            <a:pPr>
              <a:lnSpc>
                <a:spcPct val="120000"/>
              </a:lnSpc>
            </a:pPr>
            <a:endParaRPr lang="en-US" dirty="0"/>
          </a:p>
        </p:txBody>
      </p:sp>
      <p:pic>
        <p:nvPicPr>
          <p:cNvPr id="66" name="Picture 65">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4148681317"/>
      </p:ext>
    </p:extLst>
  </p:cSld>
  <p:clrMapOvr>
    <a:overrideClrMapping bg1="dk1" tx1="lt1" bg2="dk2" tx2="lt2" accent1="accent1" accent2="accent2" accent3="accent3" accent4="accent4" accent5="accent5" accent6="accent6" hlink="hlink" folHlink="folHlink"/>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3" name="Picture 72">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75" name="Straight Connector 74">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79" name="Rectangle 78">
            <a:extLst>
              <a:ext uri="{FF2B5EF4-FFF2-40B4-BE49-F238E27FC236}">
                <a16:creationId xmlns:a16="http://schemas.microsoft.com/office/drawing/2014/main" id="{65513E21-21B0-48DB-8CF1-35E43B33A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a:extLst>
              <a:ext uri="{FF2B5EF4-FFF2-40B4-BE49-F238E27FC236}">
                <a16:creationId xmlns:a16="http://schemas.microsoft.com/office/drawing/2014/main" id="{DD0EA87B-EB3E-A081-7B76-437469B31C89}"/>
              </a:ext>
            </a:extLst>
          </p:cNvPr>
          <p:cNvPicPr>
            <a:picLocks noGrp="1" noChangeAspect="1"/>
          </p:cNvPicPr>
          <p:nvPr>
            <p:ph type="pic" sz="quarter" idx="13"/>
          </p:nvPr>
        </p:nvPicPr>
        <p:blipFill>
          <a:blip r:embed="rId4">
            <a:alphaModFix amt="50000"/>
          </a:blip>
          <a:srcRect t="29819" b="38540"/>
          <a:stretch>
            <a:fillRect/>
          </a:stretch>
        </p:blipFill>
        <p:spPr>
          <a:xfrm>
            <a:off x="20" y="10"/>
            <a:ext cx="12191675" cy="6857990"/>
          </a:xfrm>
          <a:prstGeom prst="rect">
            <a:avLst/>
          </a:prstGeom>
        </p:spPr>
      </p:pic>
      <p:sp>
        <p:nvSpPr>
          <p:cNvPr id="10" name="Title 9">
            <a:extLst>
              <a:ext uri="{FF2B5EF4-FFF2-40B4-BE49-F238E27FC236}">
                <a16:creationId xmlns:a16="http://schemas.microsoft.com/office/drawing/2014/main" id="{903501C3-C301-490F-A129-5C468AEC915D}"/>
              </a:ext>
            </a:extLst>
          </p:cNvPr>
          <p:cNvSpPr>
            <a:spLocks noGrp="1"/>
          </p:cNvSpPr>
          <p:nvPr>
            <p:ph type="ctrTitle"/>
          </p:nvPr>
        </p:nvSpPr>
        <p:spPr>
          <a:xfrm>
            <a:off x="4976636" y="992221"/>
            <a:ext cx="6247308" cy="4873558"/>
          </a:xfrm>
        </p:spPr>
        <p:txBody>
          <a:bodyPr vert="horz" lIns="91440" tIns="45720" rIns="91440" bIns="0" rtlCol="0" anchor="ctr">
            <a:normAutofit/>
          </a:bodyPr>
          <a:lstStyle/>
          <a:p>
            <a:pPr algn="l"/>
            <a:r>
              <a:rPr lang="en-US" sz="4800" dirty="0"/>
              <a:t>Brand </a:t>
            </a:r>
            <a:r>
              <a:rPr lang="en-US" sz="4800" dirty="0" err="1"/>
              <a:t>message&amp;values</a:t>
            </a:r>
            <a:endParaRPr lang="en-US" sz="4800" dirty="0"/>
          </a:p>
        </p:txBody>
      </p:sp>
      <p:sp>
        <p:nvSpPr>
          <p:cNvPr id="11" name="Subtitle 10">
            <a:extLst>
              <a:ext uri="{FF2B5EF4-FFF2-40B4-BE49-F238E27FC236}">
                <a16:creationId xmlns:a16="http://schemas.microsoft.com/office/drawing/2014/main" id="{FC3F3DE7-4288-44D0-9E2E-8E5B9936AE7C}"/>
              </a:ext>
            </a:extLst>
          </p:cNvPr>
          <p:cNvSpPr>
            <a:spLocks noGrp="1"/>
          </p:cNvSpPr>
          <p:nvPr>
            <p:ph type="subTitle" idx="1"/>
          </p:nvPr>
        </p:nvSpPr>
        <p:spPr>
          <a:xfrm>
            <a:off x="968056" y="996610"/>
            <a:ext cx="3363901" cy="4864780"/>
          </a:xfrm>
        </p:spPr>
        <p:txBody>
          <a:bodyPr vert="horz" lIns="91440" tIns="91440" rIns="91440" bIns="91440" rtlCol="0" anchor="ctr">
            <a:normAutofit/>
          </a:bodyPr>
          <a:lstStyle/>
          <a:p>
            <a:pPr algn="r">
              <a:lnSpc>
                <a:spcPct val="120000"/>
              </a:lnSpc>
            </a:pPr>
            <a:r>
              <a:rPr lang="en-US" sz="2000" b="1" cap="all" dirty="0"/>
              <a:t>We build healthy relationships between every actor and production company to provide continuous job opportunities in this field</a:t>
            </a:r>
            <a:r>
              <a:rPr lang="en-US" sz="2000" cap="all" dirty="0"/>
              <a:t>.</a:t>
            </a:r>
          </a:p>
        </p:txBody>
      </p:sp>
      <p:cxnSp>
        <p:nvCxnSpPr>
          <p:cNvPr id="81" name="Straight Connector 80">
            <a:extLst>
              <a:ext uri="{FF2B5EF4-FFF2-40B4-BE49-F238E27FC236}">
                <a16:creationId xmlns:a16="http://schemas.microsoft.com/office/drawing/2014/main" id="{580B8A35-DEA7-4D43-9DF8-90B4681D0F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5368512"/>
      </p:ext>
    </p:extLst>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4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5" name="Picture 34">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6" name="Straight Connector 35">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8" name="Rectangle 37">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tle 2">
            <a:extLst>
              <a:ext uri="{FF2B5EF4-FFF2-40B4-BE49-F238E27FC236}">
                <a16:creationId xmlns:a16="http://schemas.microsoft.com/office/drawing/2014/main" id="{C53BE6CC-8C1E-6B1C-8AA5-3F3426DFC1DB}"/>
              </a:ext>
            </a:extLst>
          </p:cNvPr>
          <p:cNvSpPr>
            <a:spLocks noGrp="1"/>
          </p:cNvSpPr>
          <p:nvPr>
            <p:ph type="title"/>
          </p:nvPr>
        </p:nvSpPr>
        <p:spPr>
          <a:xfrm>
            <a:off x="812205" y="804519"/>
            <a:ext cx="3241820" cy="4431360"/>
          </a:xfrm>
        </p:spPr>
        <p:txBody>
          <a:bodyPr vert="horz" lIns="91440" tIns="45720" rIns="91440" bIns="45720" rtlCol="0" anchor="ctr">
            <a:normAutofit/>
          </a:bodyPr>
          <a:lstStyle/>
          <a:p>
            <a:pPr algn="l"/>
            <a:r>
              <a:rPr lang="en-US" b="0" i="0" kern="1200" cap="all" dirty="0">
                <a:solidFill>
                  <a:schemeClr val="tx1"/>
                </a:solidFill>
                <a:effectLst/>
                <a:latin typeface="+mj-lt"/>
                <a:ea typeface="+mj-ea"/>
                <a:cs typeface="+mj-cs"/>
              </a:rPr>
              <a:t>The problems </a:t>
            </a:r>
          </a:p>
        </p:txBody>
      </p:sp>
      <p:cxnSp>
        <p:nvCxnSpPr>
          <p:cNvPr id="40" name="Straight Connector 39">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45156" y="890353"/>
            <a:ext cx="0" cy="4572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5B9CCD2F-6960-1115-4E8A-99C450D747C3}"/>
              </a:ext>
            </a:extLst>
          </p:cNvPr>
          <p:cNvSpPr>
            <a:spLocks noGrp="1"/>
          </p:cNvSpPr>
          <p:nvPr>
            <p:ph sz="quarter" idx="17"/>
          </p:nvPr>
        </p:nvSpPr>
        <p:spPr>
          <a:xfrm>
            <a:off x="4637863" y="804520"/>
            <a:ext cx="6102559" cy="4431359"/>
          </a:xfrm>
        </p:spPr>
        <p:txBody>
          <a:bodyPr vert="horz" lIns="91440" tIns="45720" rIns="91440" bIns="45720" rtlCol="0" anchor="ctr">
            <a:noAutofit/>
          </a:bodyPr>
          <a:lstStyle/>
          <a:p>
            <a:pPr indent="-228600">
              <a:lnSpc>
                <a:spcPct val="110000"/>
              </a:lnSpc>
            </a:pPr>
            <a:r>
              <a:rPr lang="en-US" sz="1700" b="1" dirty="0"/>
              <a:t>The idea of casting offices and the constant crowding there often creates a fertile environment for problems, especially during busy drama seasons like the period before Ramadan. Crowding not only causes difficulty in breathing but has also led in real cases to unfortunate incidents.</a:t>
            </a:r>
          </a:p>
          <a:p>
            <a:pPr indent="-228600">
              <a:lnSpc>
                <a:spcPct val="110000"/>
              </a:lnSpc>
            </a:pPr>
            <a:r>
              <a:rPr lang="en-US" sz="1700" b="1" dirty="0"/>
              <a:t>Fainting and suffocation cases</a:t>
            </a:r>
          </a:p>
          <a:p>
            <a:pPr marL="0" indent="0">
              <a:lnSpc>
                <a:spcPct val="110000"/>
              </a:lnSpc>
              <a:buNone/>
            </a:pPr>
            <a:r>
              <a:rPr lang="en-US" sz="1700" b="1" dirty="0"/>
              <a:t>These incidents are the most common. Casting offices are often located in residential apartments or small spaces not equipped to accommodate hundreds of people at once.</a:t>
            </a:r>
          </a:p>
          <a:p>
            <a:pPr indent="-228600">
              <a:lnSpc>
                <a:spcPct val="110000"/>
              </a:lnSpc>
            </a:pPr>
            <a:r>
              <a:rPr lang="en-US" sz="1700" b="1" dirty="0"/>
              <a:t>Fights and physical altercations</a:t>
            </a:r>
          </a:p>
          <a:p>
            <a:pPr marL="0" indent="0">
              <a:lnSpc>
                <a:spcPct val="110000"/>
              </a:lnSpc>
              <a:buNone/>
            </a:pPr>
            <a:r>
              <a:rPr lang="en-US" sz="1700" b="1" dirty="0"/>
              <a:t>Waiting for long hours under the sun or in narrow corridors increases stress levels, which can lead to conflicts.</a:t>
            </a:r>
          </a:p>
          <a:p>
            <a:pPr indent="-228600">
              <a:lnSpc>
                <a:spcPct val="110000"/>
              </a:lnSpc>
            </a:pPr>
            <a:r>
              <a:rPr lang="en-US" sz="1700" b="1" dirty="0"/>
              <a:t>Selling forms</a:t>
            </a:r>
          </a:p>
          <a:p>
            <a:pPr marL="0" indent="0">
              <a:lnSpc>
                <a:spcPct val="110000"/>
              </a:lnSpc>
              <a:buNone/>
            </a:pPr>
            <a:r>
              <a:rPr lang="en-US" sz="1700" b="1" dirty="0"/>
              <a:t>Some unprofessional offices take advantage of large numbers of applicants by selling application forms.</a:t>
            </a:r>
          </a:p>
        </p:txBody>
      </p:sp>
      <p:pic>
        <p:nvPicPr>
          <p:cNvPr id="41" name="Picture 40">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3429045197"/>
      </p:ext>
    </p:extLst>
  </p:cSld>
  <p:clrMapOvr>
    <a:overrideClrMapping bg1="dk1" tx1="lt1" bg2="dk2" tx2="lt2" accent1="accent1" accent2="accent2" accent3="accent3" accent4="accent4" accent5="accent5" accent6="accent6" hlink="hlink" folHlink="folHlink"/>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7" name="Picture 56">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9" name="Straight Connector 58">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63" name="Rectangle 62">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acock with colorful feathers">
            <a:extLst>
              <a:ext uri="{FF2B5EF4-FFF2-40B4-BE49-F238E27FC236}">
                <a16:creationId xmlns:a16="http://schemas.microsoft.com/office/drawing/2014/main" id="{13C0A38B-4BB9-C0D3-8844-8DCE01A2B89F}"/>
              </a:ext>
            </a:extLst>
          </p:cNvPr>
          <p:cNvPicPr>
            <a:picLocks noChangeAspect="1"/>
          </p:cNvPicPr>
          <p:nvPr/>
        </p:nvPicPr>
        <p:blipFill>
          <a:blip r:embed="rId3">
            <a:alphaModFix amt="50000"/>
            <a:grayscl/>
          </a:blip>
          <a:srcRect r="-1" b="15728"/>
          <a:stretch>
            <a:fillRect/>
          </a:stretch>
        </p:blipFill>
        <p:spPr>
          <a:xfrm>
            <a:off x="305" y="10"/>
            <a:ext cx="12191695" cy="6857990"/>
          </a:xfrm>
          <a:prstGeom prst="rect">
            <a:avLst/>
          </a:prstGeom>
        </p:spPr>
      </p:pic>
      <p:sp>
        <p:nvSpPr>
          <p:cNvPr id="65"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67"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69" name="Rectangle 68">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B9F18426-58A7-D2EA-0C21-4ABB82A5DDED}"/>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a:t>The project solves</a:t>
            </a:r>
          </a:p>
        </p:txBody>
      </p:sp>
      <p:cxnSp>
        <p:nvCxnSpPr>
          <p:cNvPr id="71" name="Straight Connector 70">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84945C6-1B41-3F2D-1D1C-D170964DCEF6}"/>
              </a:ext>
            </a:extLst>
          </p:cNvPr>
          <p:cNvSpPr>
            <a:spLocks noGrp="1"/>
          </p:cNvSpPr>
          <p:nvPr>
            <p:ph sz="quarter" idx="17"/>
          </p:nvPr>
        </p:nvSpPr>
        <p:spPr>
          <a:xfrm>
            <a:off x="4976636" y="1193800"/>
            <a:ext cx="6085091" cy="4699000"/>
          </a:xfrm>
        </p:spPr>
        <p:txBody>
          <a:bodyPr vert="horz" lIns="91440" tIns="45720" rIns="91440" bIns="45720" rtlCol="0" anchor="ctr">
            <a:normAutofit lnSpcReduction="10000"/>
          </a:bodyPr>
          <a:lstStyle/>
          <a:p>
            <a:pPr indent="-228600">
              <a:lnSpc>
                <a:spcPct val="120000"/>
              </a:lnSpc>
            </a:pPr>
            <a:r>
              <a:rPr lang="en-US" b="1" dirty="0"/>
              <a:t>And because of all these problems, we decided to create the Peacock Brand.</a:t>
            </a:r>
          </a:p>
          <a:p>
            <a:pPr indent="-228600">
              <a:lnSpc>
                <a:spcPct val="120000"/>
              </a:lnSpc>
            </a:pPr>
            <a:r>
              <a:rPr lang="en-US" b="1" dirty="0"/>
              <a:t>The brand is an online casting platform where you can upload all your data — including your name, age, photos, showreel, voice sample, and appearance. Using artificial intelligence, all submitted data is filtered according to the needs of each production company and each artistic project, and the required talent is selected electronically.</a:t>
            </a:r>
          </a:p>
          <a:p>
            <a:pPr indent="-228600">
              <a:lnSpc>
                <a:spcPct val="120000"/>
              </a:lnSpc>
            </a:pPr>
            <a:r>
              <a:rPr lang="en-US" b="1" dirty="0"/>
              <a:t>This way, we avoid the crowding, fights, and stress of casting offices and protect against fraud through selling forms.</a:t>
            </a:r>
          </a:p>
          <a:p>
            <a:pPr indent="-228600">
              <a:lnSpc>
                <a:spcPct val="120000"/>
              </a:lnSpc>
            </a:pPr>
            <a:r>
              <a:rPr lang="en-US" b="1" dirty="0"/>
              <a:t>In this way, you can reach your dream in a simple and professional way.</a:t>
            </a:r>
          </a:p>
        </p:txBody>
      </p:sp>
      <p:sp>
        <p:nvSpPr>
          <p:cNvPr id="73"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426050478"/>
      </p:ext>
    </p:extLst>
  </p:cSld>
  <p:clrMapOvr>
    <a:overrideClrMapping bg1="dk1" tx1="lt1" bg2="dk2" tx2="lt2" accent1="accent1" accent2="accent2" accent3="accent3" accent4="accent4" accent5="accent5" accent6="accent6" hlink="hlink" folHlink="folHlink"/>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8D226DA-E368-46E4-BF0C-D467A1E86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7DE88C-4518-8DA5-1DFF-70A6558595C0}"/>
              </a:ext>
            </a:extLst>
          </p:cNvPr>
          <p:cNvSpPr>
            <a:spLocks noGrp="1"/>
          </p:cNvSpPr>
          <p:nvPr>
            <p:ph type="ctrTitle"/>
          </p:nvPr>
        </p:nvSpPr>
        <p:spPr>
          <a:xfrm>
            <a:off x="2365695" y="938717"/>
            <a:ext cx="8689157" cy="3541837"/>
          </a:xfrm>
        </p:spPr>
        <p:txBody>
          <a:bodyPr>
            <a:normAutofit/>
          </a:bodyPr>
          <a:lstStyle/>
          <a:p>
            <a:r>
              <a:rPr lang="en-US" dirty="0"/>
              <a:t>Target audience</a:t>
            </a:r>
          </a:p>
        </p:txBody>
      </p:sp>
      <p:sp>
        <p:nvSpPr>
          <p:cNvPr id="3" name="Subtitle 2">
            <a:extLst>
              <a:ext uri="{FF2B5EF4-FFF2-40B4-BE49-F238E27FC236}">
                <a16:creationId xmlns:a16="http://schemas.microsoft.com/office/drawing/2014/main" id="{AC895DF9-4327-92A6-EB3F-1320895ED53A}"/>
              </a:ext>
            </a:extLst>
          </p:cNvPr>
          <p:cNvSpPr>
            <a:spLocks noGrp="1"/>
          </p:cNvSpPr>
          <p:nvPr>
            <p:ph type="subTitle" idx="1"/>
          </p:nvPr>
        </p:nvSpPr>
        <p:spPr>
          <a:xfrm>
            <a:off x="2481152" y="4941662"/>
            <a:ext cx="8638352" cy="977621"/>
          </a:xfrm>
        </p:spPr>
        <p:txBody>
          <a:bodyPr>
            <a:normAutofit/>
          </a:bodyPr>
          <a:lstStyle/>
          <a:p>
            <a:pPr>
              <a:lnSpc>
                <a:spcPct val="110000"/>
              </a:lnSpc>
            </a:pPr>
            <a:r>
              <a:rPr lang="en-US" sz="1600" b="1" dirty="0"/>
              <a:t>We target actors of all ages who want to work in the media field but can’t find an opportunity or a way to be seen, and we’re trying to create the easiest path for them to achieve that</a:t>
            </a:r>
          </a:p>
        </p:txBody>
      </p:sp>
      <p:cxnSp>
        <p:nvCxnSpPr>
          <p:cNvPr id="10" name="Straight Connector 9">
            <a:extLst>
              <a:ext uri="{FF2B5EF4-FFF2-40B4-BE49-F238E27FC236}">
                <a16:creationId xmlns:a16="http://schemas.microsoft.com/office/drawing/2014/main" id="{7105F2EF-F4AA-488F-8E74-484FA00785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76728" y="4735528"/>
            <a:ext cx="864301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60724414"/>
      </p:ext>
    </p:extLst>
  </p:cSld>
  <p:clrMapOvr>
    <a:overrideClrMapping bg1="dk1" tx1="lt1" bg2="dk2" tx2="lt2" accent1="accent1" accent2="accent2" accent3="accent3" accent4="accent4" accent5="accent5" accent6="accent6" hlink="hlink" folHlink="folHlink"/>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a:extLst>
            <a:ext uri="{FF2B5EF4-FFF2-40B4-BE49-F238E27FC236}">
              <a16:creationId xmlns:a16="http://schemas.microsoft.com/office/drawing/2014/main" id="{45AEE7F6-4A0B-5B79-F79E-979B841758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AB17F6-592B-45CB-96F6-705C9825A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9BD4D8-3CB9-CBA2-A03F-18F7BA7489CC}"/>
              </a:ext>
            </a:extLst>
          </p:cNvPr>
          <p:cNvSpPr>
            <a:spLocks noGrp="1"/>
          </p:cNvSpPr>
          <p:nvPr>
            <p:ph type="ctrTitle"/>
          </p:nvPr>
        </p:nvSpPr>
        <p:spPr>
          <a:xfrm>
            <a:off x="5039068" y="802298"/>
            <a:ext cx="6015784" cy="5116985"/>
          </a:xfrm>
        </p:spPr>
        <p:txBody>
          <a:bodyPr anchor="ctr">
            <a:normAutofit/>
          </a:bodyPr>
          <a:lstStyle/>
          <a:p>
            <a:r>
              <a:rPr lang="en-US" sz="4000" b="1" dirty="0"/>
              <a:t>Brand personality &amp; tone </a:t>
            </a:r>
            <a:endParaRPr lang="en-US" sz="4000" dirty="0"/>
          </a:p>
        </p:txBody>
      </p:sp>
      <p:sp>
        <p:nvSpPr>
          <p:cNvPr id="3" name="Subtitle 2">
            <a:extLst>
              <a:ext uri="{FF2B5EF4-FFF2-40B4-BE49-F238E27FC236}">
                <a16:creationId xmlns:a16="http://schemas.microsoft.com/office/drawing/2014/main" id="{F28361DD-CE83-4A86-4450-D56DF147A2C8}"/>
              </a:ext>
            </a:extLst>
          </p:cNvPr>
          <p:cNvSpPr>
            <a:spLocks noGrp="1"/>
          </p:cNvSpPr>
          <p:nvPr>
            <p:ph type="subTitle" idx="1"/>
          </p:nvPr>
        </p:nvSpPr>
        <p:spPr>
          <a:xfrm>
            <a:off x="868352" y="802298"/>
            <a:ext cx="3401174" cy="5116985"/>
          </a:xfrm>
        </p:spPr>
        <p:txBody>
          <a:bodyPr anchor="ctr">
            <a:normAutofit/>
          </a:bodyPr>
          <a:lstStyle/>
          <a:p>
            <a:pPr algn="r"/>
            <a:r>
              <a:rPr lang="en-US" sz="1600" b="1" dirty="0"/>
              <a:t>We derive the brand’s personality from its name, The Peacock, which conveys a sense of luxury, elegance, distinction, and modernity</a:t>
            </a:r>
          </a:p>
        </p:txBody>
      </p:sp>
      <p:cxnSp>
        <p:nvCxnSpPr>
          <p:cNvPr id="10" name="Straight Connector 9">
            <a:extLst>
              <a:ext uri="{FF2B5EF4-FFF2-40B4-BE49-F238E27FC236}">
                <a16:creationId xmlns:a16="http://schemas.microsoft.com/office/drawing/2014/main" id="{5A9284E7-0823-472D-9963-18D89DFEB8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760590"/>
            <a:ext cx="0" cy="3200400"/>
          </a:xfrm>
          <a:prstGeom prst="line">
            <a:avLst/>
          </a:prstGeom>
          <a:ln w="349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9601309"/>
      </p:ext>
    </p:extLst>
  </p:cSld>
  <p:clrMapOvr>
    <a:overrideClrMapping bg1="dk1" tx1="lt1" bg2="dk2" tx2="lt2" accent1="accent1" accent2="accent2" accent3="accent3" accent4="accent4" accent5="accent5" accent6="accent6" hlink="hlink" folHlink="folHlink"/>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7" name="Picture 46">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9" name="Straight Connector 48">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53" name="Rectangle 52">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Placeholder 9">
            <a:extLst>
              <a:ext uri="{FF2B5EF4-FFF2-40B4-BE49-F238E27FC236}">
                <a16:creationId xmlns:a16="http://schemas.microsoft.com/office/drawing/2014/main" id="{BDD073F2-0352-0FF7-ADCF-952670952A3B}"/>
              </a:ext>
            </a:extLst>
          </p:cNvPr>
          <p:cNvPicPr>
            <a:picLocks noGrp="1" noChangeAspect="1"/>
          </p:cNvPicPr>
          <p:nvPr>
            <p:ph type="pic" sz="quarter" idx="13"/>
          </p:nvPr>
        </p:nvPicPr>
        <p:blipFill>
          <a:blip r:embed="rId4">
            <a:alphaModFix amt="50000"/>
          </a:blip>
          <a:srcRect t="29269" r="-1" b="30511"/>
          <a:stretch>
            <a:fillRect/>
          </a:stretch>
        </p:blipFill>
        <p:spPr>
          <a:xfrm>
            <a:off x="305" y="10"/>
            <a:ext cx="12191695" cy="6857990"/>
          </a:xfrm>
          <a:prstGeom prst="rect">
            <a:avLst/>
          </a:prstGeom>
        </p:spPr>
      </p:pic>
      <p:sp>
        <p:nvSpPr>
          <p:cNvPr id="55"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57"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59" name="Rectangle 58">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Title 2">
            <a:extLst>
              <a:ext uri="{FF2B5EF4-FFF2-40B4-BE49-F238E27FC236}">
                <a16:creationId xmlns:a16="http://schemas.microsoft.com/office/drawing/2014/main" id="{88352076-65B5-C2DF-1B98-F53DD1D91242}"/>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a:t>Unique Selling Proposition (USP)</a:t>
            </a:r>
          </a:p>
        </p:txBody>
      </p:sp>
      <p:cxnSp>
        <p:nvCxnSpPr>
          <p:cNvPr id="61" name="Straight Connector 60">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97B0AC9C-0433-6B83-4743-3A4559BB3E67}"/>
              </a:ext>
            </a:extLst>
          </p:cNvPr>
          <p:cNvSpPr>
            <a:spLocks noGrp="1"/>
          </p:cNvSpPr>
          <p:nvPr>
            <p:ph idx="1"/>
          </p:nvPr>
        </p:nvSpPr>
        <p:spPr>
          <a:xfrm>
            <a:off x="4976636" y="1193800"/>
            <a:ext cx="6085091" cy="4699000"/>
          </a:xfrm>
        </p:spPr>
        <p:txBody>
          <a:bodyPr vert="horz" lIns="91440" tIns="45720" rIns="91440" bIns="45720" rtlCol="0" anchor="ctr">
            <a:normAutofit/>
          </a:bodyPr>
          <a:lstStyle/>
          <a:p>
            <a:pPr indent="-228600">
              <a:lnSpc>
                <a:spcPct val="120000"/>
              </a:lnSpc>
              <a:buFont typeface="Arial" panose="020B0604020202020204" pitchFamily="34" charset="0"/>
              <a:buChar char="•"/>
            </a:pPr>
            <a:r>
              <a:rPr lang="en-US" b="1" dirty="0"/>
              <a:t>The first electronic casting platform in Egypt and the Arab world, designed to simplify all the work of production companies and actors.</a:t>
            </a:r>
          </a:p>
        </p:txBody>
      </p:sp>
      <p:sp>
        <p:nvSpPr>
          <p:cNvPr id="63"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4198645986"/>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4" name="Picture 33">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6" name="Straight Connector 35">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40" name="Rectangle 39">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a:extLst>
              <a:ext uri="{FF2B5EF4-FFF2-40B4-BE49-F238E27FC236}">
                <a16:creationId xmlns:a16="http://schemas.microsoft.com/office/drawing/2014/main" id="{79139A90-0B55-09C9-DD53-F2F9DA37F6D8}"/>
              </a:ext>
            </a:extLst>
          </p:cNvPr>
          <p:cNvPicPr>
            <a:picLocks noChangeAspect="1"/>
          </p:cNvPicPr>
          <p:nvPr/>
        </p:nvPicPr>
        <p:blipFill>
          <a:blip r:embed="rId3">
            <a:alphaModFix amt="50000"/>
          </a:blip>
          <a:srcRect t="3186" r="-1" b="6811"/>
          <a:stretch>
            <a:fillRect/>
          </a:stretch>
        </p:blipFill>
        <p:spPr>
          <a:xfrm>
            <a:off x="10137" y="10"/>
            <a:ext cx="12191695" cy="6857990"/>
          </a:xfrm>
          <a:prstGeom prst="rect">
            <a:avLst/>
          </a:prstGeom>
        </p:spPr>
      </p:pic>
      <p:sp>
        <p:nvSpPr>
          <p:cNvPr id="42"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46" name="Rectangle 45">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1644D1ED-57AB-273F-1799-82F3C54635E2}"/>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a:t>Buisness</a:t>
            </a:r>
            <a:r>
              <a:rPr lang="en-US" dirty="0"/>
              <a:t> model </a:t>
            </a:r>
            <a:endParaRPr lang="en-US"/>
          </a:p>
        </p:txBody>
      </p:sp>
      <p:cxnSp>
        <p:nvCxnSpPr>
          <p:cNvPr id="48" name="Straight Connector 47">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D0ED03F-ECA5-EC89-C813-7467451288A8}"/>
              </a:ext>
            </a:extLst>
          </p:cNvPr>
          <p:cNvSpPr>
            <a:spLocks noGrp="1"/>
          </p:cNvSpPr>
          <p:nvPr>
            <p:ph sz="quarter" idx="17"/>
          </p:nvPr>
        </p:nvSpPr>
        <p:spPr>
          <a:xfrm>
            <a:off x="4976636" y="1193800"/>
            <a:ext cx="6085091" cy="4699000"/>
          </a:xfrm>
        </p:spPr>
        <p:txBody>
          <a:bodyPr vert="horz" lIns="91440" tIns="45720" rIns="91440" bIns="45720" rtlCol="0" anchor="ctr">
            <a:normAutofit/>
          </a:bodyPr>
          <a:lstStyle/>
          <a:p>
            <a:pPr marL="0" indent="-228600">
              <a:lnSpc>
                <a:spcPct val="110000"/>
              </a:lnSpc>
            </a:pPr>
            <a:r>
              <a:rPr lang="en-US" sz="1500" b="1" dirty="0"/>
              <a:t> Revenue Streams (How you make money)</a:t>
            </a:r>
          </a:p>
          <a:p>
            <a:pPr indent="-228600">
              <a:lnSpc>
                <a:spcPct val="110000"/>
              </a:lnSpc>
            </a:pPr>
            <a:r>
              <a:rPr lang="en-US" sz="1500" b="1" dirty="0"/>
              <a:t>Subscription Model (SaaS):</a:t>
            </a:r>
            <a:endParaRPr lang="en-US" sz="1500" dirty="0"/>
          </a:p>
          <a:p>
            <a:pPr lvl="1">
              <a:lnSpc>
                <a:spcPct val="110000"/>
              </a:lnSpc>
            </a:pPr>
            <a:r>
              <a:rPr lang="en-US" sz="1500" b="1" dirty="0">
                <a:highlight>
                  <a:srgbClr val="800000"/>
                </a:highlight>
              </a:rPr>
              <a:t>For Talent </a:t>
            </a:r>
            <a:r>
              <a:rPr lang="en-US" sz="1500" b="1" dirty="0"/>
              <a:t>(Freemium):</a:t>
            </a:r>
            <a:r>
              <a:rPr lang="en-US" sz="1500" dirty="0"/>
              <a:t> * </a:t>
            </a:r>
            <a:r>
              <a:rPr lang="en-US" sz="1500" i="1" dirty="0"/>
              <a:t>Basic:</a:t>
            </a:r>
            <a:r>
              <a:rPr lang="en-US" sz="1500" dirty="0"/>
              <a:t> Free profile with limited uploads.</a:t>
            </a:r>
          </a:p>
          <a:p>
            <a:pPr lvl="2" indent="-228600">
              <a:lnSpc>
                <a:spcPct val="110000"/>
              </a:lnSpc>
            </a:pPr>
            <a:r>
              <a:rPr lang="en-US" sz="1500" i="1" dirty="0"/>
              <a:t>Pro:</a:t>
            </a:r>
            <a:r>
              <a:rPr lang="en-US" sz="1500" dirty="0"/>
              <a:t> HD Showreels, priority in search results, and AI-driven performance insights (e.g., profile strength analysis).</a:t>
            </a:r>
          </a:p>
          <a:p>
            <a:pPr lvl="1">
              <a:lnSpc>
                <a:spcPct val="110000"/>
              </a:lnSpc>
            </a:pPr>
            <a:r>
              <a:rPr lang="en-US" sz="1500" b="1" dirty="0">
                <a:highlight>
                  <a:srgbClr val="800000"/>
                </a:highlight>
              </a:rPr>
              <a:t>For Production Houses/Casting Directors</a:t>
            </a:r>
            <a:r>
              <a:rPr lang="en-US" sz="1500" b="1" dirty="0"/>
              <a:t>:</a:t>
            </a:r>
            <a:r>
              <a:rPr lang="en-US" sz="1500" dirty="0"/>
              <a:t> Monthly or annual tiers to access the smart database and advanced filtering tools.</a:t>
            </a:r>
          </a:p>
          <a:p>
            <a:pPr indent="-228600">
              <a:lnSpc>
                <a:spcPct val="110000"/>
              </a:lnSpc>
            </a:pPr>
            <a:r>
              <a:rPr lang="en-US" sz="1500" b="1" dirty="0">
                <a:highlight>
                  <a:srgbClr val="800000"/>
                </a:highlight>
              </a:rPr>
              <a:t>Pay-per-Project</a:t>
            </a:r>
            <a:r>
              <a:rPr lang="en-US" sz="1500" b="1" dirty="0"/>
              <a:t>:</a:t>
            </a:r>
            <a:r>
              <a:rPr lang="en-US" sz="1500" dirty="0"/>
              <a:t> A one-time fee for independent filmmakers or agencies to host a specific casting call and use the platform’s management tools for that project only.</a:t>
            </a:r>
          </a:p>
          <a:p>
            <a:pPr indent="-228600">
              <a:lnSpc>
                <a:spcPct val="110000"/>
              </a:lnSpc>
            </a:pPr>
            <a:r>
              <a:rPr lang="en-US" sz="1500" b="1" dirty="0"/>
              <a:t>Value-Added Services (VAS):</a:t>
            </a:r>
            <a:r>
              <a:rPr lang="en-US" sz="1500" dirty="0"/>
              <a:t> * Professional headshot sessions, acting coaching, and "Profile Optimization" services.</a:t>
            </a:r>
          </a:p>
          <a:p>
            <a:pPr indent="-228600">
              <a:lnSpc>
                <a:spcPct val="110000"/>
              </a:lnSpc>
            </a:pPr>
            <a:r>
              <a:rPr lang="en-US" sz="1500" b="1" dirty="0"/>
              <a:t>Commission (Optional):</a:t>
            </a:r>
            <a:r>
              <a:rPr lang="en-US" sz="1500" dirty="0"/>
              <a:t> A small percentage or fixed "finder's fee" upon the talent’s first successful contract via the platform.</a:t>
            </a:r>
          </a:p>
          <a:p>
            <a:pPr indent="-228600">
              <a:lnSpc>
                <a:spcPct val="110000"/>
              </a:lnSpc>
            </a:pPr>
            <a:endParaRPr lang="en-US" sz="1500" dirty="0"/>
          </a:p>
        </p:txBody>
      </p:sp>
      <p:sp>
        <p:nvSpPr>
          <p:cNvPr id="50"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664768336"/>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a city skyline">
            <a:extLst>
              <a:ext uri="{FF2B5EF4-FFF2-40B4-BE49-F238E27FC236}">
                <a16:creationId xmlns:a16="http://schemas.microsoft.com/office/drawing/2014/main" id="{FC095D71-FC48-89E6-6DEC-CD4D219E78B1}"/>
              </a:ext>
            </a:extLst>
          </p:cNvPr>
          <p:cNvPicPr>
            <a:picLocks noChangeAspect="1"/>
          </p:cNvPicPr>
          <p:nvPr/>
        </p:nvPicPr>
        <p:blipFill>
          <a:blip r:embed="rId3">
            <a:alphaModFix amt="50000"/>
            <a:grayscl/>
          </a:blip>
          <a:srcRect t="15728" r="-1" b="-1"/>
          <a:stretch>
            <a:fillRect/>
          </a:stretch>
        </p:blipFill>
        <p:spPr>
          <a:xfrm>
            <a:off x="305" y="10"/>
            <a:ext cx="12191695" cy="6857990"/>
          </a:xfrm>
          <a:prstGeom prst="rect">
            <a:avLst/>
          </a:prstGeom>
        </p:spPr>
      </p:pic>
      <p:sp>
        <p:nvSpPr>
          <p:cNvPr id="19"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1"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3" name="Rectangle 22">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0F2546B9-C5F4-81D9-F8E8-A25D308C7A60}"/>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dirty="0"/>
              <a:t>Cost Structure (Your Expenses)</a:t>
            </a:r>
            <a:br>
              <a:rPr lang="en-US" dirty="0"/>
            </a:br>
            <a:endParaRPr lang="en-US" dirty="0"/>
          </a:p>
        </p:txBody>
      </p:sp>
      <p:cxnSp>
        <p:nvCxnSpPr>
          <p:cNvPr id="25" name="Straight Connector 24">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1AD9579-B1B2-9E23-4BED-DEE49F5468AB}"/>
              </a:ext>
            </a:extLst>
          </p:cNvPr>
          <p:cNvSpPr>
            <a:spLocks noGrp="1"/>
          </p:cNvSpPr>
          <p:nvPr>
            <p:ph sz="quarter" idx="17"/>
          </p:nvPr>
        </p:nvSpPr>
        <p:spPr>
          <a:xfrm>
            <a:off x="4976636" y="1193800"/>
            <a:ext cx="6085091" cy="4699000"/>
          </a:xfrm>
        </p:spPr>
        <p:txBody>
          <a:bodyPr vert="horz" lIns="91440" tIns="45720" rIns="91440" bIns="45720" rtlCol="0" anchor="ctr">
            <a:normAutofit/>
          </a:bodyPr>
          <a:lstStyle/>
          <a:p>
            <a:pPr indent="-228600">
              <a:lnSpc>
                <a:spcPct val="120000"/>
              </a:lnSpc>
            </a:pPr>
            <a:r>
              <a:rPr lang="en-US" b="1" dirty="0"/>
              <a:t>R&amp;D and Tech Development:</a:t>
            </a:r>
            <a:r>
              <a:rPr lang="en-US" dirty="0"/>
              <a:t> Building the AI engine, cloud storage for high-res videos, and maintaining a secure database.</a:t>
            </a:r>
            <a:endParaRPr lang="en-US"/>
          </a:p>
          <a:p>
            <a:pPr indent="-228600">
              <a:lnSpc>
                <a:spcPct val="120000"/>
              </a:lnSpc>
            </a:pPr>
            <a:r>
              <a:rPr lang="en-US" b="1" dirty="0"/>
              <a:t>Marketing &amp; Acquisition:</a:t>
            </a:r>
            <a:r>
              <a:rPr lang="en-US" dirty="0"/>
              <a:t> Targeting high-profile directors to bring "prestige" to the platform, which naturally attracts talent.</a:t>
            </a:r>
            <a:endParaRPr lang="en-US"/>
          </a:p>
          <a:p>
            <a:pPr indent="-228600">
              <a:lnSpc>
                <a:spcPct val="120000"/>
              </a:lnSpc>
            </a:pPr>
            <a:r>
              <a:rPr lang="en-US" b="1" dirty="0"/>
              <a:t>Operational Costs:</a:t>
            </a:r>
            <a:r>
              <a:rPr lang="en-US" dirty="0"/>
              <a:t> Legal compliance (GDPR for data privacy) and customer support.</a:t>
            </a:r>
            <a:endParaRPr lang="en-US"/>
          </a:p>
          <a:p>
            <a:pPr indent="-228600">
              <a:lnSpc>
                <a:spcPct val="120000"/>
              </a:lnSpc>
            </a:pPr>
            <a:endParaRPr lang="en-US"/>
          </a:p>
        </p:txBody>
      </p:sp>
      <p:sp>
        <p:nvSpPr>
          <p:cNvPr id="27"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345720536"/>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9" name="Picture 18">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1" name="Straight Connector 20">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6" name="Rectangle 15">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055818ED-ABEE-4EF6-E4B7-8B5417FE570E}"/>
              </a:ext>
            </a:extLst>
          </p:cNvPr>
          <p:cNvSpPr>
            <a:spLocks noGrp="1"/>
          </p:cNvSpPr>
          <p:nvPr>
            <p:ph type="title"/>
          </p:nvPr>
        </p:nvSpPr>
        <p:spPr>
          <a:xfrm>
            <a:off x="812205" y="804519"/>
            <a:ext cx="3241820" cy="4431360"/>
          </a:xfrm>
        </p:spPr>
        <p:txBody>
          <a:bodyPr vert="horz" lIns="91440" tIns="45720" rIns="91440" bIns="45720" rtlCol="0" anchor="ctr">
            <a:normAutofit/>
          </a:bodyPr>
          <a:lstStyle/>
          <a:p>
            <a:pPr algn="l"/>
            <a:r>
              <a:rPr lang="en-US" b="1" dirty="0"/>
              <a:t>Core AI Features (The Competitive Edge)</a:t>
            </a:r>
            <a:br>
              <a:rPr lang="en-US" b="1" dirty="0"/>
            </a:br>
            <a:endParaRPr lang="en-US" sz="3200" b="0" i="0" kern="1200" cap="all" dirty="0">
              <a:solidFill>
                <a:schemeClr val="tx1"/>
              </a:solidFill>
              <a:effectLst/>
              <a:latin typeface="+mj-lt"/>
              <a:ea typeface="+mj-ea"/>
              <a:cs typeface="+mj-cs"/>
            </a:endParaRPr>
          </a:p>
        </p:txBody>
      </p:sp>
      <p:cxnSp>
        <p:nvCxnSpPr>
          <p:cNvPr id="20" name="Straight Connector 19">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45156" y="890353"/>
            <a:ext cx="0" cy="4572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29" name="Content Placeholder 2">
            <a:extLst>
              <a:ext uri="{FF2B5EF4-FFF2-40B4-BE49-F238E27FC236}">
                <a16:creationId xmlns:a16="http://schemas.microsoft.com/office/drawing/2014/main" id="{9BF8DE4A-E8B0-E8B5-FA81-D993B6EEEF2B}"/>
              </a:ext>
            </a:extLst>
          </p:cNvPr>
          <p:cNvGraphicFramePr>
            <a:graphicFrameLocks noGrp="1"/>
          </p:cNvGraphicFramePr>
          <p:nvPr>
            <p:ph sz="quarter" idx="17"/>
            <p:extLst>
              <p:ext uri="{D42A27DB-BD31-4B8C-83A1-F6EECF244321}">
                <p14:modId xmlns:p14="http://schemas.microsoft.com/office/powerpoint/2010/main" val="832424279"/>
              </p:ext>
            </p:extLst>
          </p:nvPr>
        </p:nvGraphicFramePr>
        <p:xfrm>
          <a:off x="4637863" y="462229"/>
          <a:ext cx="6423551" cy="54361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2" name="Picture 21">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2336512535"/>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6BBEA-0B52-715A-5017-09B391CAE653}"/>
              </a:ext>
            </a:extLst>
          </p:cNvPr>
          <p:cNvSpPr>
            <a:spLocks noGrp="1"/>
          </p:cNvSpPr>
          <p:nvPr>
            <p:ph type="title"/>
          </p:nvPr>
        </p:nvSpPr>
        <p:spPr>
          <a:xfrm>
            <a:off x="7555992" y="967819"/>
            <a:ext cx="3182405" cy="4311140"/>
          </a:xfrm>
        </p:spPr>
        <p:txBody>
          <a:bodyPr vert="horz" lIns="91440" tIns="45720" rIns="91440" bIns="45720" rtlCol="0" anchor="t">
            <a:normAutofit/>
          </a:bodyPr>
          <a:lstStyle/>
          <a:p>
            <a:pPr algn="l"/>
            <a:r>
              <a:rPr lang="en-US" dirty="0">
                <a:solidFill>
                  <a:schemeClr val="tx1"/>
                </a:solidFill>
              </a:rPr>
              <a:t>Key Partners</a:t>
            </a:r>
            <a:br>
              <a:rPr lang="en-US" dirty="0">
                <a:solidFill>
                  <a:srgbClr val="000001"/>
                </a:solidFill>
              </a:rPr>
            </a:br>
            <a:endParaRPr lang="en-US" dirty="0">
              <a:solidFill>
                <a:srgbClr val="000001"/>
              </a:solidFill>
            </a:endParaRPr>
          </a:p>
        </p:txBody>
      </p:sp>
      <p:graphicFrame>
        <p:nvGraphicFramePr>
          <p:cNvPr id="5" name="Content Placeholder 2">
            <a:extLst>
              <a:ext uri="{FF2B5EF4-FFF2-40B4-BE49-F238E27FC236}">
                <a16:creationId xmlns:a16="http://schemas.microsoft.com/office/drawing/2014/main" id="{00944399-EDB6-5D93-C059-45C9A3E0B0BB}"/>
              </a:ext>
            </a:extLst>
          </p:cNvPr>
          <p:cNvGraphicFramePr>
            <a:graphicFrameLocks noGrp="1"/>
          </p:cNvGraphicFramePr>
          <p:nvPr>
            <p:ph sz="quarter" idx="17"/>
            <p:extLst>
              <p:ext uri="{D42A27DB-BD31-4B8C-83A1-F6EECF244321}">
                <p14:modId xmlns:p14="http://schemas.microsoft.com/office/powerpoint/2010/main" val="2946945943"/>
              </p:ext>
            </p:extLst>
          </p:nvPr>
        </p:nvGraphicFramePr>
        <p:xfrm>
          <a:off x="1271587" y="1131888"/>
          <a:ext cx="5139050" cy="3851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456627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91ADE-F25D-4556-120B-E921688B80E1}"/>
              </a:ext>
            </a:extLst>
          </p:cNvPr>
          <p:cNvSpPr>
            <a:spLocks noGrp="1"/>
          </p:cNvSpPr>
          <p:nvPr>
            <p:ph type="title"/>
          </p:nvPr>
        </p:nvSpPr>
        <p:spPr>
          <a:xfrm>
            <a:off x="1451579" y="804519"/>
            <a:ext cx="9603275" cy="1049235"/>
          </a:xfrm>
        </p:spPr>
        <p:txBody>
          <a:bodyPr vert="horz" lIns="91440" tIns="45720" rIns="91440" bIns="45720" rtlCol="0" anchor="t">
            <a:normAutofit/>
          </a:bodyPr>
          <a:lstStyle/>
          <a:p>
            <a:pPr algn="l"/>
            <a:r>
              <a:rPr lang="en-US" b="0" i="0" kern="1200" cap="all" dirty="0">
                <a:solidFill>
                  <a:schemeClr val="tx1"/>
                </a:solidFill>
                <a:effectLst/>
                <a:latin typeface="+mj-lt"/>
                <a:ea typeface="+mj-ea"/>
                <a:cs typeface="+mj-cs"/>
              </a:rPr>
              <a:t>Go-to-Market Strategy</a:t>
            </a:r>
            <a:br>
              <a:rPr lang="en-US" b="0" i="0" kern="1200" cap="all" dirty="0">
                <a:solidFill>
                  <a:schemeClr val="tx1"/>
                </a:solidFill>
                <a:effectLst/>
                <a:latin typeface="+mj-lt"/>
                <a:ea typeface="+mj-ea"/>
                <a:cs typeface="+mj-cs"/>
              </a:rPr>
            </a:br>
            <a:endParaRPr lang="en-US" b="0" i="0" kern="1200" cap="all" dirty="0">
              <a:solidFill>
                <a:schemeClr val="tx1"/>
              </a:solidFill>
              <a:effectLst/>
              <a:latin typeface="+mj-lt"/>
              <a:ea typeface="+mj-ea"/>
              <a:cs typeface="+mj-cs"/>
            </a:endParaRPr>
          </a:p>
        </p:txBody>
      </p:sp>
      <p:sp>
        <p:nvSpPr>
          <p:cNvPr id="3" name="Content Placeholder 2">
            <a:extLst>
              <a:ext uri="{FF2B5EF4-FFF2-40B4-BE49-F238E27FC236}">
                <a16:creationId xmlns:a16="http://schemas.microsoft.com/office/drawing/2014/main" id="{A99E04F0-B375-53B7-D54F-75CD25C2B15E}"/>
              </a:ext>
            </a:extLst>
          </p:cNvPr>
          <p:cNvSpPr>
            <a:spLocks noGrp="1"/>
          </p:cNvSpPr>
          <p:nvPr>
            <p:ph sz="quarter" idx="17"/>
          </p:nvPr>
        </p:nvSpPr>
        <p:spPr>
          <a:xfrm>
            <a:off x="1451579" y="2015732"/>
            <a:ext cx="9603275" cy="3450613"/>
          </a:xfrm>
        </p:spPr>
        <p:txBody>
          <a:bodyPr vert="horz" lIns="91440" tIns="45720" rIns="91440" bIns="45720" rtlCol="0" anchor="t">
            <a:normAutofit/>
          </a:bodyPr>
          <a:lstStyle/>
          <a:p>
            <a:pPr indent="-228600">
              <a:lnSpc>
                <a:spcPct val="120000"/>
              </a:lnSpc>
            </a:pPr>
            <a:r>
              <a:rPr lang="en-US" b="1" dirty="0"/>
              <a:t>Phase 1 (Commercials):</a:t>
            </a:r>
            <a:r>
              <a:rPr lang="en-US" dirty="0"/>
              <a:t> Focus on the TVC (TV Commercial) and Digital Ads market; it’s fast-paced and needs high turnover.</a:t>
            </a:r>
          </a:p>
          <a:p>
            <a:pPr indent="-228600">
              <a:lnSpc>
                <a:spcPct val="120000"/>
              </a:lnSpc>
            </a:pPr>
            <a:r>
              <a:rPr lang="en-US" b="1" dirty="0"/>
              <a:t>Phase 2 (Exclusive Pilots):</a:t>
            </a:r>
            <a:r>
              <a:rPr lang="en-US" dirty="0"/>
              <a:t> Partner with a renowned Casting Director to run one major series or movie exclusively through your platform.</a:t>
            </a:r>
          </a:p>
          <a:p>
            <a:pPr indent="-228600">
              <a:lnSpc>
                <a:spcPct val="120000"/>
              </a:lnSpc>
            </a:pPr>
            <a:r>
              <a:rPr lang="en-US" b="1" dirty="0"/>
              <a:t>Phase 3 (Regional Expansion):</a:t>
            </a:r>
            <a:r>
              <a:rPr lang="en-US" dirty="0"/>
              <a:t> Scale to high-demand markets like Saudi Arabia (NEOM/Riyadh Season) and the UAE.</a:t>
            </a:r>
          </a:p>
          <a:p>
            <a:pPr indent="-228600">
              <a:lnSpc>
                <a:spcPct val="120000"/>
              </a:lnSpc>
            </a:pPr>
            <a:endParaRPr lang="en-US" dirty="0"/>
          </a:p>
        </p:txBody>
      </p:sp>
    </p:spTree>
    <p:extLst>
      <p:ext uri="{BB962C8B-B14F-4D97-AF65-F5344CB8AC3E}">
        <p14:creationId xmlns:p14="http://schemas.microsoft.com/office/powerpoint/2010/main" val="2168929235"/>
      </p:ext>
    </p:extLst>
  </p:cSld>
  <p:clrMapOvr>
    <a:overrideClrMapping bg1="dk1" tx1="lt1" bg2="dk2" tx2="lt2" accent1="accent1" accent2="accent2" accent3="accent3" accent4="accent4" accent5="accent5" accent6="accent6" hlink="hlink" folHlink="folHlink"/>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83EAA59-24DC-4627-AB66-12602B762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337D7E9F-40E2-421F-8428-EF1ED3BD53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3" name="Straight Connector 12">
            <a:extLst>
              <a:ext uri="{FF2B5EF4-FFF2-40B4-BE49-F238E27FC236}">
                <a16:creationId xmlns:a16="http://schemas.microsoft.com/office/drawing/2014/main" id="{42928F44-8AA2-4E03-A7D3-F2A035E975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A538C7E5-0116-453C-9CD0-757E1C972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BEA9F3-BEEF-3517-A1B0-EB5C9919BE57}"/>
              </a:ext>
            </a:extLst>
          </p:cNvPr>
          <p:cNvSpPr>
            <a:spLocks noGrp="1"/>
          </p:cNvSpPr>
          <p:nvPr>
            <p:ph type="title"/>
          </p:nvPr>
        </p:nvSpPr>
        <p:spPr>
          <a:xfrm>
            <a:off x="1451579" y="804519"/>
            <a:ext cx="9291215" cy="1049235"/>
          </a:xfrm>
        </p:spPr>
        <p:txBody>
          <a:bodyPr vert="horz" lIns="91440" tIns="45720" rIns="91440" bIns="45720" rtlCol="0" anchor="ctr">
            <a:normAutofit/>
          </a:bodyPr>
          <a:lstStyle/>
          <a:p>
            <a:r>
              <a:rPr lang="en-US" dirty="0"/>
              <a:t>competitors</a:t>
            </a:r>
          </a:p>
        </p:txBody>
      </p:sp>
      <p:cxnSp>
        <p:nvCxnSpPr>
          <p:cNvPr id="28" name="Straight Connector 27">
            <a:extLst>
              <a:ext uri="{FF2B5EF4-FFF2-40B4-BE49-F238E27FC236}">
                <a16:creationId xmlns:a16="http://schemas.microsoft.com/office/drawing/2014/main" id="{B755E3F5-39D9-4ABF-BFA5-232E87111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30874" y="1996645"/>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9" name="Rectangle 28">
            <a:extLst>
              <a:ext uri="{FF2B5EF4-FFF2-40B4-BE49-F238E27FC236}">
                <a16:creationId xmlns:a16="http://schemas.microsoft.com/office/drawing/2014/main" id="{EB09849A-7D0C-4F36-A0D6-6BD64C50E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4" name="Content Placeholder 3">
            <a:extLst>
              <a:ext uri="{FF2B5EF4-FFF2-40B4-BE49-F238E27FC236}">
                <a16:creationId xmlns:a16="http://schemas.microsoft.com/office/drawing/2014/main" id="{6271B226-669F-BF96-0440-2A00C0EC3C75}"/>
              </a:ext>
            </a:extLst>
          </p:cNvPr>
          <p:cNvGraphicFramePr>
            <a:graphicFrameLocks noGrp="1"/>
          </p:cNvGraphicFramePr>
          <p:nvPr>
            <p:ph sz="quarter" idx="17"/>
            <p:extLst>
              <p:ext uri="{D42A27DB-BD31-4B8C-83A1-F6EECF244321}">
                <p14:modId xmlns:p14="http://schemas.microsoft.com/office/powerpoint/2010/main" val="2955347992"/>
              </p:ext>
            </p:extLst>
          </p:nvPr>
        </p:nvGraphicFramePr>
        <p:xfrm>
          <a:off x="339240" y="2733368"/>
          <a:ext cx="11419527" cy="3320114"/>
        </p:xfrm>
        <a:graphic>
          <a:graphicData uri="http://schemas.openxmlformats.org/drawingml/2006/table">
            <a:tbl>
              <a:tblPr/>
              <a:tblGrid>
                <a:gridCol w="1828696">
                  <a:extLst>
                    <a:ext uri="{9D8B030D-6E8A-4147-A177-3AD203B41FA5}">
                      <a16:colId xmlns:a16="http://schemas.microsoft.com/office/drawing/2014/main" val="1385244267"/>
                    </a:ext>
                  </a:extLst>
                </a:gridCol>
                <a:gridCol w="1857871">
                  <a:extLst>
                    <a:ext uri="{9D8B030D-6E8A-4147-A177-3AD203B41FA5}">
                      <a16:colId xmlns:a16="http://schemas.microsoft.com/office/drawing/2014/main" val="2854532600"/>
                    </a:ext>
                  </a:extLst>
                </a:gridCol>
                <a:gridCol w="1883156">
                  <a:extLst>
                    <a:ext uri="{9D8B030D-6E8A-4147-A177-3AD203B41FA5}">
                      <a16:colId xmlns:a16="http://schemas.microsoft.com/office/drawing/2014/main" val="4171305180"/>
                    </a:ext>
                  </a:extLst>
                </a:gridCol>
                <a:gridCol w="1910386">
                  <a:extLst>
                    <a:ext uri="{9D8B030D-6E8A-4147-A177-3AD203B41FA5}">
                      <a16:colId xmlns:a16="http://schemas.microsoft.com/office/drawing/2014/main" val="1287460656"/>
                    </a:ext>
                  </a:extLst>
                </a:gridCol>
                <a:gridCol w="1974571">
                  <a:extLst>
                    <a:ext uri="{9D8B030D-6E8A-4147-A177-3AD203B41FA5}">
                      <a16:colId xmlns:a16="http://schemas.microsoft.com/office/drawing/2014/main" val="4053192684"/>
                    </a:ext>
                  </a:extLst>
                </a:gridCol>
                <a:gridCol w="1964847">
                  <a:extLst>
                    <a:ext uri="{9D8B030D-6E8A-4147-A177-3AD203B41FA5}">
                      <a16:colId xmlns:a16="http://schemas.microsoft.com/office/drawing/2014/main" val="3076824336"/>
                    </a:ext>
                  </a:extLst>
                </a:gridCol>
              </a:tblGrid>
              <a:tr h="346565">
                <a:tc>
                  <a:txBody>
                    <a:bodyPr/>
                    <a:lstStyle/>
                    <a:p>
                      <a:pPr>
                        <a:buNone/>
                      </a:pPr>
                      <a:r>
                        <a:rPr lang="ar-EG" sz="1500"/>
                        <a:t>المنصة</a:t>
                      </a:r>
                    </a:p>
                  </a:txBody>
                  <a:tcPr marL="80551" marR="80551" marT="40275" marB="40275" anchor="ctr">
                    <a:lnL>
                      <a:noFill/>
                    </a:lnL>
                    <a:lnR>
                      <a:noFill/>
                    </a:lnR>
                    <a:lnT>
                      <a:noFill/>
                    </a:lnT>
                    <a:lnB>
                      <a:noFill/>
                    </a:lnB>
                    <a:noFill/>
                  </a:tcPr>
                </a:tc>
                <a:tc>
                  <a:txBody>
                    <a:bodyPr/>
                    <a:lstStyle/>
                    <a:p>
                      <a:pPr>
                        <a:buNone/>
                      </a:pPr>
                      <a:r>
                        <a:rPr lang="ar-EG" sz="1500"/>
                        <a:t>الفئة المستهدفة</a:t>
                      </a:r>
                    </a:p>
                  </a:txBody>
                  <a:tcPr marL="80551" marR="80551" marT="40275" marB="40275" anchor="ctr">
                    <a:lnL>
                      <a:noFill/>
                    </a:lnL>
                    <a:lnR>
                      <a:noFill/>
                    </a:lnR>
                    <a:lnT>
                      <a:noFill/>
                    </a:lnT>
                    <a:lnB>
                      <a:noFill/>
                    </a:lnB>
                    <a:noFill/>
                  </a:tcPr>
                </a:tc>
                <a:tc>
                  <a:txBody>
                    <a:bodyPr/>
                    <a:lstStyle/>
                    <a:p>
                      <a:pPr>
                        <a:buNone/>
                      </a:pPr>
                      <a:r>
                        <a:rPr lang="ar-EG" sz="1500"/>
                        <a:t>الوظيفة الأساسية</a:t>
                      </a:r>
                    </a:p>
                  </a:txBody>
                  <a:tcPr marL="80551" marR="80551" marT="40275" marB="40275" anchor="ctr">
                    <a:lnL>
                      <a:noFill/>
                    </a:lnL>
                    <a:lnR>
                      <a:noFill/>
                    </a:lnR>
                    <a:lnT>
                      <a:noFill/>
                    </a:lnT>
                    <a:lnB>
                      <a:noFill/>
                    </a:lnB>
                    <a:noFill/>
                  </a:tcPr>
                </a:tc>
                <a:tc>
                  <a:txBody>
                    <a:bodyPr/>
                    <a:lstStyle/>
                    <a:p>
                      <a:pPr>
                        <a:buNone/>
                      </a:pPr>
                      <a:r>
                        <a:rPr lang="ar-EG" sz="1500"/>
                        <a:t>استخدام الذكاء الاصطناعي</a:t>
                      </a:r>
                    </a:p>
                  </a:txBody>
                  <a:tcPr marL="80551" marR="80551" marT="40275" marB="40275" anchor="ctr">
                    <a:lnL>
                      <a:noFill/>
                    </a:lnL>
                    <a:lnR>
                      <a:noFill/>
                    </a:lnR>
                    <a:lnT>
                      <a:noFill/>
                    </a:lnT>
                    <a:lnB>
                      <a:noFill/>
                    </a:lnB>
                    <a:noFill/>
                  </a:tcPr>
                </a:tc>
                <a:tc>
                  <a:txBody>
                    <a:bodyPr/>
                    <a:lstStyle/>
                    <a:p>
                      <a:pPr>
                        <a:buNone/>
                      </a:pPr>
                      <a:r>
                        <a:rPr lang="ar-EG" sz="1500"/>
                        <a:t>القيمة المضافة</a:t>
                      </a:r>
                    </a:p>
                  </a:txBody>
                  <a:tcPr marL="80551" marR="80551" marT="40275" marB="40275" anchor="ctr">
                    <a:lnL>
                      <a:noFill/>
                    </a:lnL>
                    <a:lnR>
                      <a:noFill/>
                    </a:lnR>
                    <a:lnT>
                      <a:noFill/>
                    </a:lnT>
                    <a:lnB>
                      <a:noFill/>
                    </a:lnB>
                    <a:noFill/>
                  </a:tcPr>
                </a:tc>
                <a:tc>
                  <a:txBody>
                    <a:bodyPr/>
                    <a:lstStyle/>
                    <a:p>
                      <a:pPr>
                        <a:buNone/>
                      </a:pPr>
                      <a:r>
                        <a:rPr lang="ar-EG" sz="1500" dirty="0"/>
                        <a:t>نقاط الضعف</a:t>
                      </a:r>
                    </a:p>
                  </a:txBody>
                  <a:tcPr marL="80551" marR="80551" marT="40275" marB="40275" anchor="ctr">
                    <a:lnL>
                      <a:noFill/>
                    </a:lnL>
                    <a:lnR>
                      <a:noFill/>
                    </a:lnR>
                    <a:lnT>
                      <a:noFill/>
                    </a:lnT>
                    <a:lnB>
                      <a:noFill/>
                    </a:lnB>
                    <a:noFill/>
                  </a:tcPr>
                </a:tc>
                <a:extLst>
                  <a:ext uri="{0D108BD9-81ED-4DB2-BD59-A6C34878D82A}">
                    <a16:rowId xmlns:a16="http://schemas.microsoft.com/office/drawing/2014/main" val="1733146755"/>
                  </a:ext>
                </a:extLst>
              </a:tr>
              <a:tr h="805211">
                <a:tc>
                  <a:txBody>
                    <a:bodyPr/>
                    <a:lstStyle/>
                    <a:p>
                      <a:pPr>
                        <a:buNone/>
                      </a:pPr>
                      <a:r>
                        <a:rPr lang="en-US" sz="1500" b="1"/>
                        <a:t>Cast Me Now (AI Submission Assistant)</a:t>
                      </a:r>
                      <a:endParaRPr lang="en-US" sz="1500"/>
                    </a:p>
                  </a:txBody>
                  <a:tcPr marL="80551" marR="80551" marT="40275" marB="40275" anchor="ctr">
                    <a:lnL>
                      <a:noFill/>
                    </a:lnL>
                    <a:lnR>
                      <a:noFill/>
                    </a:lnR>
                    <a:lnT>
                      <a:noFill/>
                    </a:lnT>
                    <a:lnB>
                      <a:noFill/>
                    </a:lnB>
                    <a:noFill/>
                  </a:tcPr>
                </a:tc>
                <a:tc>
                  <a:txBody>
                    <a:bodyPr/>
                    <a:lstStyle/>
                    <a:p>
                      <a:pPr>
                        <a:buNone/>
                      </a:pPr>
                      <a:r>
                        <a:rPr lang="ar-EG" sz="1500"/>
                        <a:t>ممثلين</a:t>
                      </a:r>
                    </a:p>
                  </a:txBody>
                  <a:tcPr marL="80551" marR="80551" marT="40275" marB="40275" anchor="ctr">
                    <a:lnL>
                      <a:noFill/>
                    </a:lnL>
                    <a:lnR>
                      <a:noFill/>
                    </a:lnR>
                    <a:lnT>
                      <a:noFill/>
                    </a:lnT>
                    <a:lnB>
                      <a:noFill/>
                    </a:lnB>
                    <a:noFill/>
                  </a:tcPr>
                </a:tc>
                <a:tc>
                  <a:txBody>
                    <a:bodyPr/>
                    <a:lstStyle/>
                    <a:p>
                      <a:pPr>
                        <a:buNone/>
                      </a:pPr>
                      <a:r>
                        <a:rPr lang="ar-EG" sz="1500"/>
                        <a:t>التقديم التلقائي للأدوار المناسبة</a:t>
                      </a:r>
                    </a:p>
                  </a:txBody>
                  <a:tcPr marL="80551" marR="80551" marT="40275" marB="40275" anchor="ctr">
                    <a:lnL>
                      <a:noFill/>
                    </a:lnL>
                    <a:lnR>
                      <a:noFill/>
                    </a:lnR>
                    <a:lnT>
                      <a:noFill/>
                    </a:lnT>
                    <a:lnB>
                      <a:noFill/>
                    </a:lnB>
                    <a:noFill/>
                  </a:tcPr>
                </a:tc>
                <a:tc>
                  <a:txBody>
                    <a:bodyPr/>
                    <a:lstStyle/>
                    <a:p>
                      <a:pPr>
                        <a:buNone/>
                      </a:pPr>
                      <a:r>
                        <a:rPr lang="ar-EG" sz="1500"/>
                        <a:t>تحليل بروفايل – صور – شوريل – </a:t>
                      </a:r>
                      <a:r>
                        <a:rPr lang="en-US" sz="1500"/>
                        <a:t>Auto Apply</a:t>
                      </a:r>
                    </a:p>
                  </a:txBody>
                  <a:tcPr marL="80551" marR="80551" marT="40275" marB="40275" anchor="ctr">
                    <a:lnL>
                      <a:noFill/>
                    </a:lnL>
                    <a:lnR>
                      <a:noFill/>
                    </a:lnR>
                    <a:lnT>
                      <a:noFill/>
                    </a:lnT>
                    <a:lnB>
                      <a:noFill/>
                    </a:lnB>
                    <a:noFill/>
                  </a:tcPr>
                </a:tc>
                <a:tc>
                  <a:txBody>
                    <a:bodyPr/>
                    <a:lstStyle/>
                    <a:p>
                      <a:pPr>
                        <a:buNone/>
                      </a:pPr>
                      <a:r>
                        <a:rPr lang="ar-EG" sz="1500"/>
                        <a:t>توفير وقت التقديم وزيادة فرص القبول</a:t>
                      </a:r>
                    </a:p>
                  </a:txBody>
                  <a:tcPr marL="80551" marR="80551" marT="40275" marB="40275" anchor="ctr">
                    <a:lnL>
                      <a:noFill/>
                    </a:lnL>
                    <a:lnR>
                      <a:noFill/>
                    </a:lnR>
                    <a:lnT>
                      <a:noFill/>
                    </a:lnT>
                    <a:lnB>
                      <a:noFill/>
                    </a:lnB>
                    <a:noFill/>
                  </a:tcPr>
                </a:tc>
                <a:tc>
                  <a:txBody>
                    <a:bodyPr/>
                    <a:lstStyle/>
                    <a:p>
                      <a:pPr>
                        <a:buNone/>
                      </a:pPr>
                      <a:r>
                        <a:rPr lang="ar-EG" sz="1500"/>
                        <a:t>يعتمد على منصات كاستينج خارجية</a:t>
                      </a:r>
                    </a:p>
                  </a:txBody>
                  <a:tcPr marL="80551" marR="80551" marT="40275" marB="40275" anchor="ctr">
                    <a:lnL>
                      <a:noFill/>
                    </a:lnL>
                    <a:lnR>
                      <a:noFill/>
                    </a:lnR>
                    <a:lnT>
                      <a:noFill/>
                    </a:lnT>
                    <a:lnB>
                      <a:noFill/>
                    </a:lnB>
                    <a:noFill/>
                  </a:tcPr>
                </a:tc>
                <a:extLst>
                  <a:ext uri="{0D108BD9-81ED-4DB2-BD59-A6C34878D82A}">
                    <a16:rowId xmlns:a16="http://schemas.microsoft.com/office/drawing/2014/main" val="402512584"/>
                  </a:ext>
                </a:extLst>
              </a:tr>
              <a:tr h="805211">
                <a:tc>
                  <a:txBody>
                    <a:bodyPr/>
                    <a:lstStyle/>
                    <a:p>
                      <a:pPr>
                        <a:buNone/>
                      </a:pPr>
                      <a:r>
                        <a:rPr lang="en-US" sz="1500" b="1"/>
                        <a:t>Cast Me Now for Production &amp; Directors</a:t>
                      </a:r>
                      <a:endParaRPr lang="en-US" sz="1500"/>
                    </a:p>
                  </a:txBody>
                  <a:tcPr marL="80551" marR="80551" marT="40275" marB="40275" anchor="ctr">
                    <a:lnL>
                      <a:noFill/>
                    </a:lnL>
                    <a:lnR>
                      <a:noFill/>
                    </a:lnR>
                    <a:lnT>
                      <a:noFill/>
                    </a:lnT>
                    <a:lnB>
                      <a:noFill/>
                    </a:lnB>
                    <a:noFill/>
                  </a:tcPr>
                </a:tc>
                <a:tc>
                  <a:txBody>
                    <a:bodyPr/>
                    <a:lstStyle/>
                    <a:p>
                      <a:pPr>
                        <a:buNone/>
                      </a:pPr>
                      <a:r>
                        <a:rPr lang="ar-EG" sz="1500"/>
                        <a:t>مخرجين وشركات إنتاج</a:t>
                      </a:r>
                    </a:p>
                  </a:txBody>
                  <a:tcPr marL="80551" marR="80551" marT="40275" marB="40275" anchor="ctr">
                    <a:lnL>
                      <a:noFill/>
                    </a:lnL>
                    <a:lnR>
                      <a:noFill/>
                    </a:lnR>
                    <a:lnT>
                      <a:noFill/>
                    </a:lnT>
                    <a:lnB>
                      <a:noFill/>
                    </a:lnB>
                    <a:noFill/>
                  </a:tcPr>
                </a:tc>
                <a:tc>
                  <a:txBody>
                    <a:bodyPr/>
                    <a:lstStyle/>
                    <a:p>
                      <a:pPr>
                        <a:buNone/>
                      </a:pPr>
                      <a:r>
                        <a:rPr lang="ar-EG" sz="1500"/>
                        <a:t>مطابقة الممثلين مع وصف الدور</a:t>
                      </a:r>
                    </a:p>
                  </a:txBody>
                  <a:tcPr marL="80551" marR="80551" marT="40275" marB="40275" anchor="ctr">
                    <a:lnL>
                      <a:noFill/>
                    </a:lnL>
                    <a:lnR>
                      <a:noFill/>
                    </a:lnR>
                    <a:lnT>
                      <a:noFill/>
                    </a:lnT>
                    <a:lnB>
                      <a:noFill/>
                    </a:lnB>
                    <a:noFill/>
                  </a:tcPr>
                </a:tc>
                <a:tc>
                  <a:txBody>
                    <a:bodyPr/>
                    <a:lstStyle/>
                    <a:p>
                      <a:pPr>
                        <a:buNone/>
                      </a:pPr>
                      <a:r>
                        <a:rPr lang="ar-EG" sz="1500"/>
                        <a:t>تحليل الدور + </a:t>
                      </a:r>
                      <a:r>
                        <a:rPr lang="en-US" sz="1500"/>
                        <a:t>Fit Score</a:t>
                      </a:r>
                    </a:p>
                  </a:txBody>
                  <a:tcPr marL="80551" marR="80551" marT="40275" marB="40275" anchor="ctr">
                    <a:lnL>
                      <a:noFill/>
                    </a:lnL>
                    <a:lnR>
                      <a:noFill/>
                    </a:lnR>
                    <a:lnT>
                      <a:noFill/>
                    </a:lnT>
                    <a:lnB>
                      <a:noFill/>
                    </a:lnB>
                    <a:noFill/>
                  </a:tcPr>
                </a:tc>
                <a:tc>
                  <a:txBody>
                    <a:bodyPr/>
                    <a:lstStyle/>
                    <a:p>
                      <a:pPr>
                        <a:buNone/>
                      </a:pPr>
                      <a:r>
                        <a:rPr lang="ar-EG" sz="1500"/>
                        <a:t>تسريع البحث وتقليل الفرز اليدوي</a:t>
                      </a:r>
                    </a:p>
                  </a:txBody>
                  <a:tcPr marL="80551" marR="80551" marT="40275" marB="40275" anchor="ctr">
                    <a:lnL>
                      <a:noFill/>
                    </a:lnL>
                    <a:lnR>
                      <a:noFill/>
                    </a:lnR>
                    <a:lnT>
                      <a:noFill/>
                    </a:lnT>
                    <a:lnB>
                      <a:noFill/>
                    </a:lnB>
                    <a:noFill/>
                  </a:tcPr>
                </a:tc>
                <a:tc>
                  <a:txBody>
                    <a:bodyPr/>
                    <a:lstStyle/>
                    <a:p>
                      <a:pPr>
                        <a:buNone/>
                      </a:pPr>
                      <a:r>
                        <a:rPr lang="ar-EG" sz="1500"/>
                        <a:t>يحتاج قاعدة بيانات ممثلين قوية</a:t>
                      </a:r>
                    </a:p>
                  </a:txBody>
                  <a:tcPr marL="80551" marR="80551" marT="40275" marB="40275" anchor="ctr">
                    <a:lnL>
                      <a:noFill/>
                    </a:lnL>
                    <a:lnR>
                      <a:noFill/>
                    </a:lnR>
                    <a:lnT>
                      <a:noFill/>
                    </a:lnT>
                    <a:lnB>
                      <a:noFill/>
                    </a:lnB>
                    <a:noFill/>
                  </a:tcPr>
                </a:tc>
                <a:extLst>
                  <a:ext uri="{0D108BD9-81ED-4DB2-BD59-A6C34878D82A}">
                    <a16:rowId xmlns:a16="http://schemas.microsoft.com/office/drawing/2014/main" val="4015443887"/>
                  </a:ext>
                </a:extLst>
              </a:tr>
              <a:tr h="575888">
                <a:tc>
                  <a:txBody>
                    <a:bodyPr/>
                    <a:lstStyle/>
                    <a:p>
                      <a:pPr>
                        <a:buNone/>
                      </a:pPr>
                      <a:r>
                        <a:rPr lang="en-US" sz="1500" b="1"/>
                        <a:t>Casting AI Agent</a:t>
                      </a:r>
                      <a:endParaRPr lang="en-US" sz="1500"/>
                    </a:p>
                  </a:txBody>
                  <a:tcPr marL="80551" marR="80551" marT="40275" marB="40275" anchor="ctr">
                    <a:lnL>
                      <a:noFill/>
                    </a:lnL>
                    <a:lnR>
                      <a:noFill/>
                    </a:lnR>
                    <a:lnT>
                      <a:noFill/>
                    </a:lnT>
                    <a:lnB>
                      <a:noFill/>
                    </a:lnB>
                    <a:noFill/>
                  </a:tcPr>
                </a:tc>
                <a:tc>
                  <a:txBody>
                    <a:bodyPr/>
                    <a:lstStyle/>
                    <a:p>
                      <a:pPr>
                        <a:buNone/>
                      </a:pPr>
                      <a:r>
                        <a:rPr lang="ar-EG" sz="1500"/>
                        <a:t>فرق كاستينج</a:t>
                      </a:r>
                    </a:p>
                  </a:txBody>
                  <a:tcPr marL="80551" marR="80551" marT="40275" marB="40275" anchor="ctr">
                    <a:lnL>
                      <a:noFill/>
                    </a:lnL>
                    <a:lnR>
                      <a:noFill/>
                    </a:lnR>
                    <a:lnT>
                      <a:noFill/>
                    </a:lnT>
                    <a:lnB>
                      <a:noFill/>
                    </a:lnB>
                    <a:noFill/>
                  </a:tcPr>
                </a:tc>
                <a:tc>
                  <a:txBody>
                    <a:bodyPr/>
                    <a:lstStyle/>
                    <a:p>
                      <a:pPr>
                        <a:buNone/>
                      </a:pPr>
                      <a:r>
                        <a:rPr lang="ar-EG" sz="1500"/>
                        <a:t>مساعد ذكي لعملية الكاستينج</a:t>
                      </a:r>
                    </a:p>
                  </a:txBody>
                  <a:tcPr marL="80551" marR="80551" marT="40275" marB="40275" anchor="ctr">
                    <a:lnL>
                      <a:noFill/>
                    </a:lnL>
                    <a:lnR>
                      <a:noFill/>
                    </a:lnR>
                    <a:lnT>
                      <a:noFill/>
                    </a:lnT>
                    <a:lnB>
                      <a:noFill/>
                    </a:lnB>
                    <a:noFill/>
                  </a:tcPr>
                </a:tc>
                <a:tc>
                  <a:txBody>
                    <a:bodyPr/>
                    <a:lstStyle/>
                    <a:p>
                      <a:pPr>
                        <a:buNone/>
                      </a:pPr>
                      <a:r>
                        <a:rPr lang="ar-EG" sz="1500"/>
                        <a:t>تحليل </a:t>
                      </a:r>
                      <a:r>
                        <a:rPr lang="en-US" sz="1500"/>
                        <a:t>Headshots </a:t>
                      </a:r>
                      <a:r>
                        <a:rPr lang="ar-EG" sz="1500"/>
                        <a:t>وفيديوهات</a:t>
                      </a:r>
                    </a:p>
                  </a:txBody>
                  <a:tcPr marL="80551" marR="80551" marT="40275" marB="40275" anchor="ctr">
                    <a:lnL>
                      <a:noFill/>
                    </a:lnL>
                    <a:lnR>
                      <a:noFill/>
                    </a:lnR>
                    <a:lnT>
                      <a:noFill/>
                    </a:lnT>
                    <a:lnB>
                      <a:noFill/>
                    </a:lnB>
                    <a:noFill/>
                  </a:tcPr>
                </a:tc>
                <a:tc>
                  <a:txBody>
                    <a:bodyPr/>
                    <a:lstStyle/>
                    <a:p>
                      <a:pPr>
                        <a:buNone/>
                      </a:pPr>
                      <a:r>
                        <a:rPr lang="ar-EG" sz="1500"/>
                        <a:t>تنظيم وفرز أسرع للممثلين</a:t>
                      </a:r>
                    </a:p>
                  </a:txBody>
                  <a:tcPr marL="80551" marR="80551" marT="40275" marB="40275" anchor="ctr">
                    <a:lnL>
                      <a:noFill/>
                    </a:lnL>
                    <a:lnR>
                      <a:noFill/>
                    </a:lnR>
                    <a:lnT>
                      <a:noFill/>
                    </a:lnT>
                    <a:lnB>
                      <a:noFill/>
                    </a:lnB>
                    <a:noFill/>
                  </a:tcPr>
                </a:tc>
                <a:tc>
                  <a:txBody>
                    <a:bodyPr/>
                    <a:lstStyle/>
                    <a:p>
                      <a:pPr>
                        <a:buNone/>
                      </a:pPr>
                      <a:r>
                        <a:rPr lang="ar-EG" sz="1500"/>
                        <a:t>لا يغطي التقديم أو النشر</a:t>
                      </a:r>
                    </a:p>
                  </a:txBody>
                  <a:tcPr marL="80551" marR="80551" marT="40275" marB="40275" anchor="ctr">
                    <a:lnL>
                      <a:noFill/>
                    </a:lnL>
                    <a:lnR>
                      <a:noFill/>
                    </a:lnR>
                    <a:lnT>
                      <a:noFill/>
                    </a:lnT>
                    <a:lnB>
                      <a:noFill/>
                    </a:lnB>
                    <a:noFill/>
                  </a:tcPr>
                </a:tc>
                <a:extLst>
                  <a:ext uri="{0D108BD9-81ED-4DB2-BD59-A6C34878D82A}">
                    <a16:rowId xmlns:a16="http://schemas.microsoft.com/office/drawing/2014/main" val="4167466614"/>
                  </a:ext>
                </a:extLst>
              </a:tr>
              <a:tr h="787239">
                <a:tc>
                  <a:txBody>
                    <a:bodyPr/>
                    <a:lstStyle/>
                    <a:p>
                      <a:pPr>
                        <a:buNone/>
                      </a:pPr>
                      <a:r>
                        <a:rPr lang="en-US" sz="1500" b="1"/>
                        <a:t>Traditional Casting Platforms</a:t>
                      </a:r>
                      <a:endParaRPr lang="en-US" sz="1500"/>
                    </a:p>
                  </a:txBody>
                  <a:tcPr marL="80551" marR="80551" marT="40275" marB="40275" anchor="ctr">
                    <a:lnL>
                      <a:noFill/>
                    </a:lnL>
                    <a:lnR>
                      <a:noFill/>
                    </a:lnR>
                    <a:lnT>
                      <a:noFill/>
                    </a:lnT>
                    <a:lnB>
                      <a:noFill/>
                    </a:lnB>
                    <a:noFill/>
                  </a:tcPr>
                </a:tc>
                <a:tc>
                  <a:txBody>
                    <a:bodyPr/>
                    <a:lstStyle/>
                    <a:p>
                      <a:pPr>
                        <a:buNone/>
                      </a:pPr>
                      <a:r>
                        <a:rPr lang="ar-EG" sz="1500"/>
                        <a:t>ممثلين ومخرجين</a:t>
                      </a:r>
                    </a:p>
                  </a:txBody>
                  <a:tcPr marL="80551" marR="80551" marT="40275" marB="40275" anchor="ctr">
                    <a:lnL>
                      <a:noFill/>
                    </a:lnL>
                    <a:lnR>
                      <a:noFill/>
                    </a:lnR>
                    <a:lnT>
                      <a:noFill/>
                    </a:lnT>
                    <a:lnB>
                      <a:noFill/>
                    </a:lnB>
                    <a:noFill/>
                  </a:tcPr>
                </a:tc>
                <a:tc>
                  <a:txBody>
                    <a:bodyPr/>
                    <a:lstStyle/>
                    <a:p>
                      <a:pPr>
                        <a:buNone/>
                      </a:pPr>
                      <a:r>
                        <a:rPr lang="ar-EG" sz="1500"/>
                        <a:t>نشر أدوار وتقديم يدوي</a:t>
                      </a:r>
                    </a:p>
                  </a:txBody>
                  <a:tcPr marL="80551" marR="80551" marT="40275" marB="40275" anchor="ctr">
                    <a:lnL>
                      <a:noFill/>
                    </a:lnL>
                    <a:lnR>
                      <a:noFill/>
                    </a:lnR>
                    <a:lnT>
                      <a:noFill/>
                    </a:lnT>
                    <a:lnB>
                      <a:noFill/>
                    </a:lnB>
                    <a:noFill/>
                  </a:tcPr>
                </a:tc>
                <a:tc>
                  <a:txBody>
                    <a:bodyPr/>
                    <a:lstStyle/>
                    <a:p>
                      <a:pPr>
                        <a:buNone/>
                      </a:pPr>
                      <a:r>
                        <a:rPr lang="ar-EG" sz="1500"/>
                        <a:t>محدود أو بدون </a:t>
                      </a:r>
                      <a:r>
                        <a:rPr lang="en-US" sz="1500"/>
                        <a:t>AI</a:t>
                      </a:r>
                    </a:p>
                  </a:txBody>
                  <a:tcPr marL="80551" marR="80551" marT="40275" marB="40275" anchor="ctr">
                    <a:lnL>
                      <a:noFill/>
                    </a:lnL>
                    <a:lnR>
                      <a:noFill/>
                    </a:lnR>
                    <a:lnT>
                      <a:noFill/>
                    </a:lnT>
                    <a:lnB>
                      <a:noFill/>
                    </a:lnB>
                    <a:noFill/>
                  </a:tcPr>
                </a:tc>
                <a:tc>
                  <a:txBody>
                    <a:bodyPr/>
                    <a:lstStyle/>
                    <a:p>
                      <a:pPr>
                        <a:buNone/>
                      </a:pPr>
                      <a:r>
                        <a:rPr lang="ar-EG" sz="1500"/>
                        <a:t>انتشار واسع</a:t>
                      </a:r>
                    </a:p>
                  </a:txBody>
                  <a:tcPr marL="80551" marR="80551" marT="40275" marB="40275" anchor="ctr">
                    <a:lnL>
                      <a:noFill/>
                    </a:lnL>
                    <a:lnR>
                      <a:noFill/>
                    </a:lnR>
                    <a:lnT>
                      <a:noFill/>
                    </a:lnT>
                    <a:lnB>
                      <a:noFill/>
                    </a:lnB>
                    <a:noFill/>
                  </a:tcPr>
                </a:tc>
                <a:tc>
                  <a:txBody>
                    <a:bodyPr/>
                    <a:lstStyle/>
                    <a:p>
                      <a:pPr>
                        <a:buNone/>
                      </a:pPr>
                      <a:r>
                        <a:rPr lang="ar-EG" sz="1500" dirty="0"/>
                        <a:t>وقت طويل ومجهود كبير</a:t>
                      </a:r>
                    </a:p>
                  </a:txBody>
                  <a:tcPr marL="80551" marR="80551" marT="40275" marB="40275" anchor="ctr">
                    <a:lnL>
                      <a:noFill/>
                    </a:lnL>
                    <a:lnR>
                      <a:noFill/>
                    </a:lnR>
                    <a:lnT>
                      <a:noFill/>
                    </a:lnT>
                    <a:lnB>
                      <a:noFill/>
                    </a:lnB>
                    <a:noFill/>
                  </a:tcPr>
                </a:tc>
                <a:extLst>
                  <a:ext uri="{0D108BD9-81ED-4DB2-BD59-A6C34878D82A}">
                    <a16:rowId xmlns:a16="http://schemas.microsoft.com/office/drawing/2014/main" val="985972827"/>
                  </a:ext>
                </a:extLst>
              </a:tr>
            </a:tbl>
          </a:graphicData>
        </a:graphic>
      </p:graphicFrame>
    </p:spTree>
    <p:extLst>
      <p:ext uri="{BB962C8B-B14F-4D97-AF65-F5344CB8AC3E}">
        <p14:creationId xmlns:p14="http://schemas.microsoft.com/office/powerpoint/2010/main" val="3742811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972FE4-8CC4-4133-880D-3553B22D0152}"/>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5513E21-21B0-48DB-8CF1-35E43B33A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group of yellow figures and a red figure on the other side">
            <a:extLst>
              <a:ext uri="{FF2B5EF4-FFF2-40B4-BE49-F238E27FC236}">
                <a16:creationId xmlns:a16="http://schemas.microsoft.com/office/drawing/2014/main" id="{6CB04B27-14F6-2823-01F6-A378BC05F926}"/>
              </a:ext>
            </a:extLst>
          </p:cNvPr>
          <p:cNvPicPr>
            <a:picLocks noChangeAspect="1"/>
          </p:cNvPicPr>
          <p:nvPr/>
        </p:nvPicPr>
        <p:blipFill>
          <a:blip r:embed="rId3">
            <a:alphaModFix amt="50000"/>
            <a:grayscl/>
          </a:blip>
          <a:srcRect t="15728" r="-1" b="-1"/>
          <a:stretch>
            <a:fillRect/>
          </a:stretch>
        </p:blipFill>
        <p:spPr>
          <a:xfrm>
            <a:off x="305" y="10"/>
            <a:ext cx="12191695" cy="6857990"/>
          </a:xfrm>
          <a:prstGeom prst="rect">
            <a:avLst/>
          </a:prstGeom>
        </p:spPr>
      </p:pic>
      <p:sp>
        <p:nvSpPr>
          <p:cNvPr id="2" name="Title 1">
            <a:extLst>
              <a:ext uri="{FF2B5EF4-FFF2-40B4-BE49-F238E27FC236}">
                <a16:creationId xmlns:a16="http://schemas.microsoft.com/office/drawing/2014/main" id="{17AEDC6F-E476-6F05-6C3D-E356E0D5ADEF}"/>
              </a:ext>
            </a:extLst>
          </p:cNvPr>
          <p:cNvSpPr>
            <a:spLocks noGrp="1"/>
          </p:cNvSpPr>
          <p:nvPr>
            <p:ph type="ctrTitle"/>
          </p:nvPr>
        </p:nvSpPr>
        <p:spPr>
          <a:xfrm>
            <a:off x="4976636" y="992221"/>
            <a:ext cx="6247308" cy="4873558"/>
          </a:xfrm>
        </p:spPr>
        <p:txBody>
          <a:bodyPr anchor="ctr">
            <a:normAutofit/>
          </a:bodyPr>
          <a:lstStyle/>
          <a:p>
            <a:r>
              <a:rPr lang="en-US" sz="4800"/>
              <a:t>Competitors' Visual Identities</a:t>
            </a:r>
          </a:p>
        </p:txBody>
      </p:sp>
      <p:cxnSp>
        <p:nvCxnSpPr>
          <p:cNvPr id="18" name="Straight Connector 17">
            <a:extLst>
              <a:ext uri="{FF2B5EF4-FFF2-40B4-BE49-F238E27FC236}">
                <a16:creationId xmlns:a16="http://schemas.microsoft.com/office/drawing/2014/main" id="{580B8A35-DEA7-4D43-9DF8-90B4681D0F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635294"/>
      </p:ext>
    </p:extLst>
  </p:cSld>
  <p:clrMapOvr>
    <a:overrideClrMapping bg1="dk1" tx1="lt1" bg2="dk2" tx2="lt2" accent1="accent1" accent2="accent2" accent3="accent3" accent4="accent4" accent5="accent5" accent6="accent6" hlink="hlink" folHlink="folHlink"/>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CBA4F-9C8E-6A42-015E-906297C04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E2B07-AA08-D0C8-FEEC-DD692A38B83F}"/>
              </a:ext>
            </a:extLst>
          </p:cNvPr>
          <p:cNvSpPr>
            <a:spLocks noGrp="1"/>
          </p:cNvSpPr>
          <p:nvPr>
            <p:ph type="title"/>
          </p:nvPr>
        </p:nvSpPr>
        <p:spPr>
          <a:xfrm>
            <a:off x="812482" y="804519"/>
            <a:ext cx="4325112" cy="1049235"/>
          </a:xfrm>
        </p:spPr>
        <p:txBody>
          <a:bodyPr vert="horz" lIns="91440" tIns="45720" rIns="91440" bIns="45720" rtlCol="0" anchor="t">
            <a:normAutofit fontScale="90000"/>
          </a:bodyPr>
          <a:lstStyle/>
          <a:p>
            <a:pPr algn="l"/>
            <a:r>
              <a:rPr lang="en-US" sz="2800" b="1" i="1" u="sng" dirty="0">
                <a:solidFill>
                  <a:schemeClr val="tx2"/>
                </a:solidFill>
              </a:rPr>
              <a:t>Cast me now</a:t>
            </a:r>
            <a:br>
              <a:rPr lang="en-US" sz="2800" b="1" i="1" u="sng" dirty="0">
                <a:solidFill>
                  <a:schemeClr val="tx2"/>
                </a:solidFill>
              </a:rPr>
            </a:br>
            <a:r>
              <a:rPr lang="en-US" sz="2800" b="1" i="1" u="sng" dirty="0">
                <a:solidFill>
                  <a:schemeClr val="tx2"/>
                </a:solidFill>
              </a:rPr>
              <a:t>(combination mark)</a:t>
            </a:r>
          </a:p>
        </p:txBody>
      </p:sp>
      <p:sp>
        <p:nvSpPr>
          <p:cNvPr id="3" name="Content Placeholder 2">
            <a:extLst>
              <a:ext uri="{FF2B5EF4-FFF2-40B4-BE49-F238E27FC236}">
                <a16:creationId xmlns:a16="http://schemas.microsoft.com/office/drawing/2014/main" id="{C384ABA2-FEC9-A880-5583-196FA7A0C2B5}"/>
              </a:ext>
            </a:extLst>
          </p:cNvPr>
          <p:cNvSpPr>
            <a:spLocks noGrp="1"/>
          </p:cNvSpPr>
          <p:nvPr>
            <p:ph sz="quarter" idx="17"/>
          </p:nvPr>
        </p:nvSpPr>
        <p:spPr>
          <a:xfrm>
            <a:off x="810539" y="1615467"/>
            <a:ext cx="4325113" cy="4074172"/>
          </a:xfrm>
        </p:spPr>
        <p:txBody>
          <a:bodyPr vert="horz" lIns="91440" tIns="45720" rIns="91440" bIns="45720" rtlCol="0" anchor="t">
            <a:normAutofit/>
          </a:bodyPr>
          <a:lstStyle/>
          <a:p>
            <a:pPr indent="-228600">
              <a:lnSpc>
                <a:spcPct val="120000"/>
              </a:lnSpc>
            </a:pPr>
            <a:r>
              <a:rPr lang="en-US" dirty="0"/>
              <a:t>his brand’s logo draws inspiration from the iconic </a:t>
            </a:r>
            <a:r>
              <a:rPr lang="en-US" b="1" dirty="0"/>
              <a:t>clapperboard</a:t>
            </a:r>
            <a:r>
              <a:rPr lang="en-US" dirty="0"/>
              <a:t> used in filmmaking. A specific shade of </a:t>
            </a:r>
            <a:r>
              <a:rPr lang="en-US" b="1" dirty="0"/>
              <a:t>blue</a:t>
            </a:r>
            <a:r>
              <a:rPr lang="en-US" dirty="0"/>
              <a:t> was chosen to evoke a sense of tranquility and trust, reflecting the calm and professional casting experience provided. The clapperboard is purposefully depicted in its </a:t>
            </a:r>
            <a:r>
              <a:rPr lang="en-US" b="1" dirty="0"/>
              <a:t>open position</a:t>
            </a:r>
            <a:r>
              <a:rPr lang="en-US" dirty="0"/>
              <a:t>, as if filming is about to begin—perfectly aligning with the brand’s name: </a:t>
            </a:r>
            <a:r>
              <a:rPr lang="en-US" b="1" dirty="0"/>
              <a:t>Cast Me (Now)</a:t>
            </a:r>
            <a:endParaRPr lang="en-US" dirty="0"/>
          </a:p>
        </p:txBody>
      </p:sp>
      <p:pic>
        <p:nvPicPr>
          <p:cNvPr id="6" name="Picture 5">
            <a:extLst>
              <a:ext uri="{FF2B5EF4-FFF2-40B4-BE49-F238E27FC236}">
                <a16:creationId xmlns:a16="http://schemas.microsoft.com/office/drawing/2014/main" id="{01BA35C9-5B04-223F-AA7B-EC1EAF852C2D}"/>
              </a:ext>
            </a:extLst>
          </p:cNvPr>
          <p:cNvPicPr>
            <a:picLocks noChangeAspect="1"/>
          </p:cNvPicPr>
          <p:nvPr/>
        </p:nvPicPr>
        <p:blipFill>
          <a:blip r:embed="rId2"/>
          <a:stretch>
            <a:fillRect/>
          </a:stretch>
        </p:blipFill>
        <p:spPr>
          <a:xfrm>
            <a:off x="6417733" y="1841609"/>
            <a:ext cx="4637119" cy="3211204"/>
          </a:xfrm>
          <a:prstGeom prst="rect">
            <a:avLst/>
          </a:prstGeom>
        </p:spPr>
      </p:pic>
    </p:spTree>
    <p:extLst>
      <p:ext uri="{BB962C8B-B14F-4D97-AF65-F5344CB8AC3E}">
        <p14:creationId xmlns:p14="http://schemas.microsoft.com/office/powerpoint/2010/main" val="320523352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44CD0-705A-0B93-E911-BD3EEBF60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831E3-4C71-43C9-B71F-F9EA34C7C196}"/>
              </a:ext>
            </a:extLst>
          </p:cNvPr>
          <p:cNvSpPr>
            <a:spLocks noGrp="1"/>
          </p:cNvSpPr>
          <p:nvPr>
            <p:ph type="title"/>
          </p:nvPr>
        </p:nvSpPr>
        <p:spPr>
          <a:xfrm>
            <a:off x="792816" y="804519"/>
            <a:ext cx="4325112" cy="1049235"/>
          </a:xfrm>
        </p:spPr>
        <p:txBody>
          <a:bodyPr vert="horz" lIns="91440" tIns="45720" rIns="91440" bIns="45720" rtlCol="0" anchor="t">
            <a:normAutofit/>
          </a:bodyPr>
          <a:lstStyle/>
          <a:p>
            <a:pPr algn="l"/>
            <a:r>
              <a:rPr lang="en-US" sz="2800" b="1" i="1" u="sng" dirty="0">
                <a:solidFill>
                  <a:schemeClr val="tx2"/>
                </a:solidFill>
              </a:rPr>
              <a:t>Cast it systems</a:t>
            </a:r>
            <a:br>
              <a:rPr lang="en-US" sz="2800" b="1" i="1" u="sng" dirty="0">
                <a:solidFill>
                  <a:schemeClr val="tx2"/>
                </a:solidFill>
              </a:rPr>
            </a:br>
            <a:r>
              <a:rPr lang="en-US" sz="2800" b="1" i="1" u="sng" dirty="0">
                <a:solidFill>
                  <a:schemeClr val="tx2"/>
                </a:solidFill>
              </a:rPr>
              <a:t>(abstract mark) </a:t>
            </a:r>
          </a:p>
        </p:txBody>
      </p:sp>
      <p:sp>
        <p:nvSpPr>
          <p:cNvPr id="3" name="Content Placeholder 2">
            <a:extLst>
              <a:ext uri="{FF2B5EF4-FFF2-40B4-BE49-F238E27FC236}">
                <a16:creationId xmlns:a16="http://schemas.microsoft.com/office/drawing/2014/main" id="{422331CC-0FAD-7A5D-27A5-B4210633A948}"/>
              </a:ext>
            </a:extLst>
          </p:cNvPr>
          <p:cNvSpPr>
            <a:spLocks noGrp="1"/>
          </p:cNvSpPr>
          <p:nvPr>
            <p:ph sz="quarter" idx="17"/>
          </p:nvPr>
        </p:nvSpPr>
        <p:spPr>
          <a:xfrm>
            <a:off x="733824" y="1979309"/>
            <a:ext cx="4325113" cy="4074172"/>
          </a:xfrm>
        </p:spPr>
        <p:txBody>
          <a:bodyPr vert="horz" lIns="91440" tIns="45720" rIns="91440" bIns="45720" rtlCol="0" anchor="t">
            <a:noAutofit/>
          </a:bodyPr>
          <a:lstStyle/>
          <a:p>
            <a:r>
              <a:rPr lang="en-US" sz="2000" dirty="0"/>
              <a:t>"This design is inspired by the letter </a:t>
            </a:r>
            <a:r>
              <a:rPr lang="en-US" sz="2000" b="1" dirty="0"/>
              <a:t>'C'</a:t>
            </a:r>
            <a:r>
              <a:rPr lang="en-US" sz="2000" dirty="0"/>
              <a:t> from the word </a:t>
            </a:r>
            <a:r>
              <a:rPr lang="en-US" sz="2000" b="1" dirty="0"/>
              <a:t>'Cast'</a:t>
            </a:r>
            <a:r>
              <a:rPr lang="en-US" sz="2000" dirty="0"/>
              <a:t>, reimagined as a </a:t>
            </a:r>
            <a:r>
              <a:rPr lang="en-US" sz="2000" b="1" dirty="0"/>
              <a:t>searchlight</a:t>
            </a:r>
            <a:r>
              <a:rPr lang="en-US" sz="2000" dirty="0"/>
              <a:t> beaming toward the sky to pierce the darkness and unveil new opportunities. The color </a:t>
            </a:r>
            <a:r>
              <a:rPr lang="en-US" sz="2000" b="1" dirty="0"/>
              <a:t>purple</a:t>
            </a:r>
            <a:r>
              <a:rPr lang="en-US" sz="2000" dirty="0"/>
              <a:t> was specifically selected for its ability to reflect </a:t>
            </a:r>
            <a:r>
              <a:rPr lang="en-US" sz="2000" b="1" dirty="0"/>
              <a:t>creativity and imagination</a:t>
            </a:r>
            <a:r>
              <a:rPr lang="en-US" sz="2000" dirty="0"/>
              <a:t>, while simultaneously conveying a sense of </a:t>
            </a:r>
            <a:r>
              <a:rPr lang="en-US" sz="2000" b="1" dirty="0"/>
              <a:t>luxury and excellence</a:t>
            </a:r>
            <a:r>
              <a:rPr lang="en-US" sz="2000" dirty="0"/>
              <a:t>."</a:t>
            </a:r>
          </a:p>
        </p:txBody>
      </p:sp>
      <p:pic>
        <p:nvPicPr>
          <p:cNvPr id="6" name="Picture 5">
            <a:extLst>
              <a:ext uri="{FF2B5EF4-FFF2-40B4-BE49-F238E27FC236}">
                <a16:creationId xmlns:a16="http://schemas.microsoft.com/office/drawing/2014/main" id="{A0B52C5E-5CFC-D8D9-7B57-1655EB813491}"/>
              </a:ext>
            </a:extLst>
          </p:cNvPr>
          <p:cNvPicPr>
            <a:picLocks noChangeAspect="1"/>
          </p:cNvPicPr>
          <p:nvPr/>
        </p:nvPicPr>
        <p:blipFill>
          <a:blip r:embed="rId2"/>
          <a:srcRect/>
          <a:stretch/>
        </p:blipFill>
        <p:spPr>
          <a:xfrm>
            <a:off x="6417733" y="2687185"/>
            <a:ext cx="4637119" cy="1520052"/>
          </a:xfrm>
          <a:prstGeom prst="rect">
            <a:avLst/>
          </a:prstGeom>
        </p:spPr>
      </p:pic>
    </p:spTree>
    <p:extLst>
      <p:ext uri="{BB962C8B-B14F-4D97-AF65-F5344CB8AC3E}">
        <p14:creationId xmlns:p14="http://schemas.microsoft.com/office/powerpoint/2010/main" val="233482718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D2F579C0-F7DE-060D-CCD1-569E4AE5A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CDB1E-E02B-CB44-91BB-C1412D1EC2BC}"/>
              </a:ext>
            </a:extLst>
          </p:cNvPr>
          <p:cNvSpPr>
            <a:spLocks noGrp="1"/>
          </p:cNvSpPr>
          <p:nvPr>
            <p:ph type="title"/>
          </p:nvPr>
        </p:nvSpPr>
        <p:spPr>
          <a:xfrm>
            <a:off x="851812" y="804520"/>
            <a:ext cx="4176511" cy="1049235"/>
          </a:xfrm>
        </p:spPr>
        <p:txBody>
          <a:bodyPr vert="horz" lIns="91440" tIns="45720" rIns="91440" bIns="45720" rtlCol="0" anchor="t">
            <a:normAutofit/>
          </a:bodyPr>
          <a:lstStyle/>
          <a:p>
            <a:pPr algn="l"/>
            <a:r>
              <a:rPr lang="en-US" b="1" i="1" u="sng" dirty="0">
                <a:solidFill>
                  <a:schemeClr val="tx2"/>
                </a:solidFill>
              </a:rPr>
              <a:t>Backstage</a:t>
            </a:r>
            <a:br>
              <a:rPr lang="en-US" b="1" i="1" u="sng" dirty="0">
                <a:solidFill>
                  <a:schemeClr val="tx2"/>
                </a:solidFill>
              </a:rPr>
            </a:br>
            <a:r>
              <a:rPr lang="en-US" b="1" i="1" u="sng" dirty="0">
                <a:solidFill>
                  <a:schemeClr val="tx2"/>
                </a:solidFill>
              </a:rPr>
              <a:t>(emblem mark)</a:t>
            </a:r>
          </a:p>
        </p:txBody>
      </p:sp>
      <p:sp>
        <p:nvSpPr>
          <p:cNvPr id="3" name="Content Placeholder 2">
            <a:extLst>
              <a:ext uri="{FF2B5EF4-FFF2-40B4-BE49-F238E27FC236}">
                <a16:creationId xmlns:a16="http://schemas.microsoft.com/office/drawing/2014/main" id="{ED3BCB87-80A8-1EB6-CCFD-9861F942D403}"/>
              </a:ext>
            </a:extLst>
          </p:cNvPr>
          <p:cNvSpPr>
            <a:spLocks noGrp="1"/>
          </p:cNvSpPr>
          <p:nvPr>
            <p:ph sz="quarter" idx="17"/>
          </p:nvPr>
        </p:nvSpPr>
        <p:spPr>
          <a:xfrm>
            <a:off x="586340" y="2015732"/>
            <a:ext cx="4172212" cy="3450613"/>
          </a:xfrm>
        </p:spPr>
        <p:txBody>
          <a:bodyPr vert="horz" lIns="91440" tIns="45720" rIns="91440" bIns="45720" rtlCol="0" anchor="t">
            <a:normAutofit/>
          </a:bodyPr>
          <a:lstStyle/>
          <a:p>
            <a:r>
              <a:rPr lang="en-US" dirty="0"/>
              <a:t>"This design is inspired by the letter </a:t>
            </a:r>
            <a:r>
              <a:rPr lang="en-US" b="1" dirty="0"/>
              <a:t>'b'</a:t>
            </a:r>
            <a:r>
              <a:rPr lang="en-US" dirty="0"/>
              <a:t> in the word </a:t>
            </a:r>
            <a:r>
              <a:rPr lang="en-US" b="1" dirty="0"/>
              <a:t>'Backstage'</a:t>
            </a:r>
            <a:r>
              <a:rPr lang="en-US" dirty="0"/>
              <a:t>, cleverly utilizing </a:t>
            </a:r>
            <a:r>
              <a:rPr lang="en-US" b="1" dirty="0"/>
              <a:t>negative space</a:t>
            </a:r>
            <a:r>
              <a:rPr lang="en-US" dirty="0"/>
              <a:t> to form the character. At the same time, the structure of the letter </a:t>
            </a:r>
            <a:r>
              <a:rPr lang="en-US" b="1" dirty="0"/>
              <a:t>'b'</a:t>
            </a:r>
            <a:r>
              <a:rPr lang="en-US" dirty="0"/>
              <a:t> is designed to resemble </a:t>
            </a:r>
            <a:r>
              <a:rPr lang="en-US" b="1" dirty="0"/>
              <a:t>theatrical wings or a backstage area</a:t>
            </a:r>
            <a:r>
              <a:rPr lang="en-US" dirty="0"/>
              <a:t>, creating a perfect visual harmony with the brand name: </a:t>
            </a:r>
            <a:r>
              <a:rPr lang="en-US" b="1" dirty="0"/>
              <a:t>Backstage</a:t>
            </a:r>
            <a:r>
              <a:rPr lang="en-US" dirty="0"/>
              <a:t>."</a:t>
            </a:r>
          </a:p>
        </p:txBody>
      </p:sp>
      <p:pic>
        <p:nvPicPr>
          <p:cNvPr id="6" name="Picture 5">
            <a:extLst>
              <a:ext uri="{FF2B5EF4-FFF2-40B4-BE49-F238E27FC236}">
                <a16:creationId xmlns:a16="http://schemas.microsoft.com/office/drawing/2014/main" id="{D3E4005F-3F1D-39F3-26A3-011BD86D594E}"/>
              </a:ext>
            </a:extLst>
          </p:cNvPr>
          <p:cNvPicPr>
            <a:picLocks noChangeAspect="1"/>
          </p:cNvPicPr>
          <p:nvPr/>
        </p:nvPicPr>
        <p:blipFill>
          <a:blip r:embed="rId2"/>
          <a:stretch/>
        </p:blipFill>
        <p:spPr>
          <a:xfrm>
            <a:off x="6244251" y="805583"/>
            <a:ext cx="4660762" cy="4660762"/>
          </a:xfrm>
          <a:prstGeom prst="rect">
            <a:avLst/>
          </a:prstGeom>
        </p:spPr>
      </p:pic>
    </p:spTree>
    <p:extLst>
      <p:ext uri="{BB962C8B-B14F-4D97-AF65-F5344CB8AC3E}">
        <p14:creationId xmlns:p14="http://schemas.microsoft.com/office/powerpoint/2010/main" val="103139134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64560B-C0BF-7016-0409-A95CCE7CF051}"/>
            </a:ext>
          </a:extLst>
        </p:cNvPr>
        <p:cNvGrpSpPr/>
        <p:nvPr/>
      </p:nvGrpSpPr>
      <p:grpSpPr>
        <a:xfrm>
          <a:off x="0" y="0"/>
          <a:ext cx="0" cy="0"/>
          <a:chOff x="0" y="0"/>
          <a:chExt cx="0" cy="0"/>
        </a:xfrm>
      </p:grpSpPr>
      <p:sp>
        <p:nvSpPr>
          <p:cNvPr id="68" name="Rectangle 67">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0" name="Picture 69">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72" name="Straight Connector 71">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76" name="Rectangle 75">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a:extLst>
              <a:ext uri="{FF2B5EF4-FFF2-40B4-BE49-F238E27FC236}">
                <a16:creationId xmlns:a16="http://schemas.microsoft.com/office/drawing/2014/main" id="{CE373347-B960-36CC-1CF7-BD6B58338B29}"/>
              </a:ext>
            </a:extLst>
          </p:cNvPr>
          <p:cNvPicPr>
            <a:picLocks noGrp="1" noChangeAspect="1"/>
          </p:cNvPicPr>
          <p:nvPr>
            <p:ph type="pic" sz="quarter" idx="13"/>
          </p:nvPr>
        </p:nvPicPr>
        <p:blipFill>
          <a:blip r:embed="rId4">
            <a:alphaModFix amt="50000"/>
          </a:blip>
          <a:srcRect t="8476" b="53976"/>
          <a:stretch>
            <a:fillRect/>
          </a:stretch>
        </p:blipFill>
        <p:spPr>
          <a:xfrm>
            <a:off x="305" y="10"/>
            <a:ext cx="12191695" cy="6857990"/>
          </a:xfrm>
          <a:prstGeom prst="rect">
            <a:avLst/>
          </a:prstGeom>
        </p:spPr>
      </p:pic>
      <p:sp>
        <p:nvSpPr>
          <p:cNvPr id="78"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80"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82" name="Rectangle 81">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Title 2">
            <a:extLst>
              <a:ext uri="{FF2B5EF4-FFF2-40B4-BE49-F238E27FC236}">
                <a16:creationId xmlns:a16="http://schemas.microsoft.com/office/drawing/2014/main" id="{BE0295C8-9028-AC38-22BB-233E777DA87A}"/>
              </a:ext>
            </a:extLst>
          </p:cNvPr>
          <p:cNvSpPr>
            <a:spLocks noGrp="1"/>
          </p:cNvSpPr>
          <p:nvPr>
            <p:ph type="title"/>
          </p:nvPr>
        </p:nvSpPr>
        <p:spPr>
          <a:xfrm>
            <a:off x="1130271" y="1193800"/>
            <a:ext cx="3193050" cy="4699000"/>
          </a:xfrm>
        </p:spPr>
        <p:txBody>
          <a:bodyPr vert="horz" lIns="91440" tIns="45720" rIns="91440" bIns="45720" rtlCol="0" anchor="ctr">
            <a:normAutofit/>
          </a:bodyPr>
          <a:lstStyle/>
          <a:p>
            <a:pPr algn="l"/>
            <a:r>
              <a:rPr lang="en-US" dirty="0"/>
              <a:t>Conceptual Customer Experience</a:t>
            </a:r>
          </a:p>
        </p:txBody>
      </p:sp>
      <p:cxnSp>
        <p:nvCxnSpPr>
          <p:cNvPr id="84" name="Straight Connector 83">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933BD337-6350-9734-A649-5661E659F8F7}"/>
              </a:ext>
            </a:extLst>
          </p:cNvPr>
          <p:cNvSpPr>
            <a:spLocks noGrp="1"/>
          </p:cNvSpPr>
          <p:nvPr>
            <p:ph idx="1"/>
          </p:nvPr>
        </p:nvSpPr>
        <p:spPr>
          <a:xfrm>
            <a:off x="4976636" y="1193800"/>
            <a:ext cx="6085091" cy="4699000"/>
          </a:xfrm>
        </p:spPr>
        <p:txBody>
          <a:bodyPr vert="horz" lIns="91440" tIns="45720" rIns="91440" bIns="45720" rtlCol="0" anchor="ctr">
            <a:normAutofit/>
          </a:bodyPr>
          <a:lstStyle/>
          <a:p>
            <a:pPr>
              <a:lnSpc>
                <a:spcPct val="120000"/>
              </a:lnSpc>
            </a:pPr>
            <a:r>
              <a:rPr lang="en-US" sz="2500" b="1" dirty="0"/>
              <a:t>We offer an experience distinguished by simplicity, professionalism, elegance, and progress</a:t>
            </a:r>
          </a:p>
        </p:txBody>
      </p:sp>
      <p:sp>
        <p:nvSpPr>
          <p:cNvPr id="86"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789809441"/>
      </p:ext>
    </p:extLst>
  </p:cSld>
  <p:clrMapOvr>
    <a:overrideClrMapping bg1="dk1" tx1="lt1" bg2="dk2" tx2="lt2" accent1="accent1" accent2="accent2" accent3="accent3" accent4="accent4" accent5="accent5" accent6="accent6" hlink="hlink" folHlink="folHlink"/>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5" name="Picture 24">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7" name="Straight Connector 26">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1" name="Rectangle 30">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819152CD-4C4C-9E44-BE9B-72AB9835E6A9}"/>
              </a:ext>
            </a:extLst>
          </p:cNvPr>
          <p:cNvSpPr>
            <a:spLocks noGrp="1"/>
          </p:cNvSpPr>
          <p:nvPr>
            <p:ph type="ctrTitle"/>
          </p:nvPr>
        </p:nvSpPr>
        <p:spPr>
          <a:xfrm>
            <a:off x="812205" y="804519"/>
            <a:ext cx="3241820" cy="4431360"/>
          </a:xfrm>
        </p:spPr>
        <p:txBody>
          <a:bodyPr vert="horz" lIns="91440" tIns="45720" rIns="91440" bIns="45720" rtlCol="0" anchor="ctr">
            <a:normAutofit/>
          </a:bodyPr>
          <a:lstStyle/>
          <a:p>
            <a:pPr algn="l"/>
            <a:r>
              <a:rPr lang="en-US" b="0" i="0" kern="1200" cap="all" dirty="0">
                <a:solidFill>
                  <a:schemeClr val="tx1"/>
                </a:solidFill>
                <a:effectLst/>
                <a:latin typeface="+mj-lt"/>
                <a:ea typeface="+mj-ea"/>
                <a:cs typeface="+mj-cs"/>
              </a:rPr>
              <a:t>Thank you</a:t>
            </a:r>
          </a:p>
        </p:txBody>
      </p:sp>
      <p:cxnSp>
        <p:nvCxnSpPr>
          <p:cNvPr id="35" name="Straight Connector 34">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45156" y="890353"/>
            <a:ext cx="0" cy="4572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3F2E30C-1333-5529-886B-FD732D3DCBD3}"/>
              </a:ext>
            </a:extLst>
          </p:cNvPr>
          <p:cNvSpPr>
            <a:spLocks noGrp="1"/>
          </p:cNvSpPr>
          <p:nvPr>
            <p:ph type="subTitle" idx="1"/>
          </p:nvPr>
        </p:nvSpPr>
        <p:spPr>
          <a:xfrm>
            <a:off x="4637863" y="804520"/>
            <a:ext cx="6102559" cy="4431359"/>
          </a:xfrm>
        </p:spPr>
        <p:txBody>
          <a:bodyPr vert="horz" lIns="91440" tIns="45720" rIns="91440" bIns="45720" rtlCol="0" anchor="ctr">
            <a:normAutofit/>
          </a:bodyPr>
          <a:lstStyle/>
          <a:p>
            <a:pPr indent="-228600" algn="l">
              <a:buFont typeface="Arial" panose="020B0604020202020204" pitchFamily="34" charset="0"/>
              <a:buChar char="•"/>
            </a:pPr>
            <a:r>
              <a:rPr lang="en-US" b="1" dirty="0"/>
              <a:t>Team members</a:t>
            </a:r>
          </a:p>
          <a:p>
            <a:pPr indent="-228600" algn="l">
              <a:buFont typeface="Arial" panose="020B0604020202020204" pitchFamily="34" charset="0"/>
              <a:buChar char="•"/>
            </a:pPr>
            <a:r>
              <a:rPr lang="en-US" b="1" dirty="0"/>
              <a:t>STEVEN REMON</a:t>
            </a:r>
          </a:p>
          <a:p>
            <a:pPr indent="-228600" algn="l">
              <a:buFont typeface="Arial" panose="020B0604020202020204" pitchFamily="34" charset="0"/>
              <a:buChar char="•"/>
            </a:pPr>
            <a:r>
              <a:rPr lang="en-US" b="1" dirty="0"/>
              <a:t>SILVIA MILAD </a:t>
            </a:r>
          </a:p>
          <a:p>
            <a:pPr indent="-228600" algn="l">
              <a:buFont typeface="Arial" panose="020B0604020202020204" pitchFamily="34" charset="0"/>
              <a:buChar char="•"/>
            </a:pPr>
            <a:r>
              <a:rPr lang="en-US" b="1" dirty="0"/>
              <a:t>RAWAN REKAPY</a:t>
            </a:r>
          </a:p>
          <a:p>
            <a:pPr indent="-228600" algn="l">
              <a:buFont typeface="Arial" panose="020B0604020202020204" pitchFamily="34" charset="0"/>
              <a:buChar char="•"/>
            </a:pPr>
            <a:r>
              <a:rPr lang="en-US" b="1" dirty="0"/>
              <a:t>RAMZY</a:t>
            </a:r>
          </a:p>
          <a:p>
            <a:pPr indent="-228600" algn="l">
              <a:buFont typeface="Arial" panose="020B0604020202020204" pitchFamily="34" charset="0"/>
              <a:buChar char="•"/>
            </a:pPr>
            <a:endParaRPr lang="en-US" b="1" dirty="0"/>
          </a:p>
        </p:txBody>
      </p:sp>
      <p:pic>
        <p:nvPicPr>
          <p:cNvPr id="37" name="Picture 36">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3684793955"/>
      </p:ext>
    </p:extLst>
  </p:cSld>
  <p:clrMapOvr>
    <a:overrideClrMapping bg1="dk1" tx1="lt1" bg2="dk2" tx2="lt2" accent1="accent1" accent2="accent2" accent3="accent3" accent4="accent4" accent5="accent5" accent6="accent6" hlink="hlink" folHlink="folHlink"/>
  </p:clrMapOvr>
  <p:transition spd="slow">
    <p:wipe/>
  </p:transition>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1_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3.xml><?xml version="1.0" encoding="utf-8"?>
<a:theme xmlns:a="http://schemas.openxmlformats.org/drawingml/2006/main" name="2_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21420E-D6CD-4398-9C5C-03FBF68874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75126FD-8B44-46F3-BEB2-D5456E76919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70C3F92-C0AD-4E73-8A22-9D413A456BA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Gallery</Template>
  <TotalTime>324</TotalTime>
  <Words>1356</Words>
  <Application>Microsoft Office PowerPoint</Application>
  <PresentationFormat>Widescreen</PresentationFormat>
  <Paragraphs>111</Paragraphs>
  <Slides>21</Slides>
  <Notes>10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21</vt:i4>
      </vt:variant>
    </vt:vector>
  </HeadingPairs>
  <TitlesOfParts>
    <vt:vector size="29" baseType="lpstr">
      <vt:lpstr>Arial</vt:lpstr>
      <vt:lpstr>Avenir Next LT Pro Light</vt:lpstr>
      <vt:lpstr>Calibri</vt:lpstr>
      <vt:lpstr>Gill Sans MT</vt:lpstr>
      <vt:lpstr>Rockwell</vt:lpstr>
      <vt:lpstr>Gallery</vt:lpstr>
      <vt:lpstr>1_Gallery</vt:lpstr>
      <vt:lpstr>2_Gallery</vt:lpstr>
      <vt:lpstr> peacock  reach your dream </vt:lpstr>
      <vt:lpstr>Why this brand name ?</vt:lpstr>
      <vt:lpstr>The core idea of the brand</vt:lpstr>
      <vt:lpstr>Brand message&amp;values</vt:lpstr>
      <vt:lpstr>The problems </vt:lpstr>
      <vt:lpstr>The project solves</vt:lpstr>
      <vt:lpstr>Target audience</vt:lpstr>
      <vt:lpstr>Brand personality &amp; tone </vt:lpstr>
      <vt:lpstr>Unique Selling Proposition (USP)</vt:lpstr>
      <vt:lpstr>Buisness model </vt:lpstr>
      <vt:lpstr>Cost Structure (Your Expenses) </vt:lpstr>
      <vt:lpstr>Core AI Features (The Competitive Edge) </vt:lpstr>
      <vt:lpstr>Key Partners </vt:lpstr>
      <vt:lpstr>Go-to-Market Strategy </vt:lpstr>
      <vt:lpstr>competitors</vt:lpstr>
      <vt:lpstr>Competitors' Visual Identities</vt:lpstr>
      <vt:lpstr>Cast me now (combination mark)</vt:lpstr>
      <vt:lpstr>Cast it systems (abstract mark) </vt:lpstr>
      <vt:lpstr>Backstage (emblem mark)</vt:lpstr>
      <vt:lpstr>Conceptual Customer Experience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Remon Yousef</dc:creator>
  <cp:lastModifiedBy>Steven Remon</cp:lastModifiedBy>
  <cp:revision>11</cp:revision>
  <dcterms:created xsi:type="dcterms:W3CDTF">2026-01-25T12:48:27Z</dcterms:created>
  <dcterms:modified xsi:type="dcterms:W3CDTF">2026-02-05T12:44:10Z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